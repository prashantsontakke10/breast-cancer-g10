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7" r:id="rId1"/>
  </p:sldMasterIdLst>
  <p:sldIdLst>
    <p:sldId id="256" r:id="rId2"/>
    <p:sldId id="257" r:id="rId3"/>
    <p:sldId id="258" r:id="rId4"/>
    <p:sldId id="271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69699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57169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820390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27880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46950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04697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29680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690456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78775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3924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49163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200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47910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ushka.22311571@viit.ac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himanshi.22311703@viit.ac.in" TargetMode="External"/><Relationship Id="rId4" Type="http://schemas.openxmlformats.org/officeDocument/2006/relationships/hyperlink" Target="mailto:tanvi.22311627@viit.ac.i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8E7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68358" y="279224"/>
            <a:ext cx="17249775" cy="9471660"/>
            <a:chOff x="518586" y="319230"/>
            <a:chExt cx="17249775" cy="9471660"/>
          </a:xfrm>
        </p:grpSpPr>
        <p:sp>
          <p:nvSpPr>
            <p:cNvPr id="4" name="object 4"/>
            <p:cNvSpPr/>
            <p:nvPr/>
          </p:nvSpPr>
          <p:spPr>
            <a:xfrm>
              <a:off x="518586" y="319230"/>
              <a:ext cx="17249775" cy="9471660"/>
            </a:xfrm>
            <a:custGeom>
              <a:avLst/>
              <a:gdLst/>
              <a:ahLst/>
              <a:cxnLst/>
              <a:rect l="l" t="t" r="r" b="b"/>
              <a:pathLst>
                <a:path w="17249775" h="9471660">
                  <a:moveTo>
                    <a:pt x="17159564" y="9471622"/>
                  </a:moveTo>
                  <a:lnTo>
                    <a:pt x="90003" y="9471622"/>
                  </a:lnTo>
                  <a:lnTo>
                    <a:pt x="54966" y="9464485"/>
                  </a:lnTo>
                  <a:lnTo>
                    <a:pt x="26358" y="9445021"/>
                  </a:lnTo>
                  <a:lnTo>
                    <a:pt x="7071" y="9416149"/>
                  </a:lnTo>
                  <a:lnTo>
                    <a:pt x="0" y="9380788"/>
                  </a:lnTo>
                  <a:lnTo>
                    <a:pt x="0" y="90833"/>
                  </a:lnTo>
                  <a:lnTo>
                    <a:pt x="7071" y="55472"/>
                  </a:lnTo>
                  <a:lnTo>
                    <a:pt x="26358" y="26600"/>
                  </a:lnTo>
                  <a:lnTo>
                    <a:pt x="54966" y="7136"/>
                  </a:lnTo>
                  <a:lnTo>
                    <a:pt x="90003" y="0"/>
                  </a:lnTo>
                  <a:lnTo>
                    <a:pt x="17159564" y="0"/>
                  </a:lnTo>
                  <a:lnTo>
                    <a:pt x="17194600" y="7136"/>
                  </a:lnTo>
                  <a:lnTo>
                    <a:pt x="17223208" y="26600"/>
                  </a:lnTo>
                  <a:lnTo>
                    <a:pt x="17242495" y="55472"/>
                  </a:lnTo>
                  <a:lnTo>
                    <a:pt x="17249566" y="90833"/>
                  </a:lnTo>
                  <a:lnTo>
                    <a:pt x="17249566" y="9380788"/>
                  </a:lnTo>
                  <a:lnTo>
                    <a:pt x="17242495" y="9416150"/>
                  </a:lnTo>
                  <a:lnTo>
                    <a:pt x="17223208" y="9445022"/>
                  </a:lnTo>
                  <a:lnTo>
                    <a:pt x="17194600" y="9464485"/>
                  </a:lnTo>
                  <a:lnTo>
                    <a:pt x="17159564" y="9471622"/>
                  </a:lnTo>
                  <a:close/>
                </a:path>
              </a:pathLst>
            </a:custGeom>
            <a:solidFill>
              <a:srgbClr val="FFF1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2598" y="400765"/>
              <a:ext cx="1086492" cy="1476951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094728"/>
              </p:ext>
            </p:extLst>
          </p:nvPr>
        </p:nvGraphicFramePr>
        <p:xfrm>
          <a:off x="1160588" y="4983912"/>
          <a:ext cx="16087088" cy="360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1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3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Sr</a:t>
                      </a:r>
                      <a:r>
                        <a:rPr sz="2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20" dirty="0">
                          <a:latin typeface="Times New Roman"/>
                          <a:cs typeface="Times New Roman"/>
                        </a:rPr>
                        <a:t>No.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D5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800" spc="105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D5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800" spc="90" dirty="0">
                          <a:latin typeface="Times New Roman"/>
                          <a:cs typeface="Times New Roman"/>
                        </a:rPr>
                        <a:t>Roll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70" dirty="0">
                          <a:latin typeface="Times New Roman"/>
                          <a:cs typeface="Times New Roman"/>
                        </a:rPr>
                        <a:t>No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D5B4"/>
                    </a:solidFill>
                  </a:tcPr>
                </a:tc>
                <a:tc>
                  <a:txBody>
                    <a:bodyPr/>
                    <a:lstStyle/>
                    <a:p>
                      <a:pPr marL="68199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800" spc="190" dirty="0">
                          <a:latin typeface="Times New Roman"/>
                          <a:cs typeface="Times New Roman"/>
                        </a:rPr>
                        <a:t>PRN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D5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800" spc="70" dirty="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65" dirty="0">
                          <a:latin typeface="Times New Roman"/>
                          <a:cs typeface="Times New Roman"/>
                        </a:rPr>
                        <a:t>ID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2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800" spc="170" dirty="0">
                          <a:latin typeface="Times New Roman"/>
                          <a:cs typeface="Times New Roman"/>
                        </a:rPr>
                        <a:t>PR</a:t>
                      </a:r>
                      <a:r>
                        <a:rPr lang="en-IN" sz="2800" spc="170" dirty="0">
                          <a:latin typeface="Times New Roman"/>
                          <a:cs typeface="Times New Roman"/>
                        </a:rPr>
                        <a:t>ATHMESH BOGE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lang="en-IN" sz="2800" spc="-10" dirty="0">
                          <a:latin typeface="Times New Roman"/>
                          <a:cs typeface="Times New Roman"/>
                        </a:rPr>
                        <a:t>331077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22</a:t>
                      </a:r>
                      <a:r>
                        <a:rPr lang="en-IN" sz="2800" spc="-10" dirty="0">
                          <a:latin typeface="Times New Roman"/>
                          <a:cs typeface="Times New Roman"/>
                        </a:rPr>
                        <a:t>420163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lang="en-IN" sz="2400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</a:rPr>
                        <a:t>prathmesh.22420163@viit.ac.in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2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800" spc="17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IN" sz="2800" spc="175" dirty="0">
                          <a:latin typeface="Times New Roman"/>
                          <a:cs typeface="Times New Roman"/>
                        </a:rPr>
                        <a:t>RPITA PATIL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3310</a:t>
                      </a:r>
                      <a:r>
                        <a:rPr lang="en-IN" sz="2800" spc="-10" dirty="0">
                          <a:latin typeface="Times New Roman"/>
                          <a:cs typeface="Times New Roman"/>
                        </a:rPr>
                        <a:t>79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22</a:t>
                      </a:r>
                      <a:r>
                        <a:rPr lang="en-IN" sz="2800" spc="-10" dirty="0">
                          <a:latin typeface="Times New Roman"/>
                          <a:cs typeface="Times New Roman"/>
                        </a:rPr>
                        <a:t>420198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025"/>
                        </a:spcBef>
                        <a:tabLst>
                          <a:tab pos="901700" algn="l"/>
                        </a:tabLst>
                      </a:pPr>
                      <a:r>
                        <a:rPr sz="2400" u="heavy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lang="en-IN" sz="2400" u="heavy" spc="-5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</a:rPr>
                        <a:t>arpita.22420198</a:t>
                      </a:r>
                      <a:r>
                        <a:rPr sz="2400" u="heavy" spc="-5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@</a:t>
                      </a:r>
                      <a:r>
                        <a:rPr sz="2400" u="heavy" spc="-1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 </a:t>
                      </a:r>
                      <a:r>
                        <a:rPr sz="2400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viit.ac.in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2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lang="en-IN" sz="2800" spc="125" dirty="0">
                          <a:latin typeface="Times New Roman"/>
                          <a:cs typeface="Times New Roman"/>
                        </a:rPr>
                        <a:t>ARYAN BHOPALE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3310</a:t>
                      </a:r>
                      <a:r>
                        <a:rPr lang="en-IN" sz="2800" spc="-10" dirty="0">
                          <a:latin typeface="Times New Roman"/>
                          <a:cs typeface="Times New Roman"/>
                        </a:rPr>
                        <a:t>81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22</a:t>
                      </a:r>
                      <a:r>
                        <a:rPr lang="en-IN" sz="2800" spc="-10" dirty="0">
                          <a:latin typeface="Times New Roman"/>
                          <a:cs typeface="Times New Roman"/>
                        </a:rPr>
                        <a:t>420224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lang="en-IN" sz="2400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aryan.22420224</a:t>
                      </a:r>
                      <a:r>
                        <a:rPr sz="2400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@viit.ac.in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2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lang="en-IN" sz="2800" spc="170" dirty="0">
                          <a:latin typeface="Times New Roman"/>
                          <a:cs typeface="Times New Roman"/>
                        </a:rPr>
                        <a:t>PRASHANT SONTAKKE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3310</a:t>
                      </a:r>
                      <a:r>
                        <a:rPr lang="en-IN" sz="2800" spc="-10" dirty="0">
                          <a:latin typeface="Times New Roman"/>
                          <a:cs typeface="Times New Roman"/>
                        </a:rPr>
                        <a:t>82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22</a:t>
                      </a:r>
                      <a:r>
                        <a:rPr lang="en-IN" sz="2800" spc="-10" dirty="0">
                          <a:latin typeface="Times New Roman"/>
                          <a:cs typeface="Times New Roman"/>
                        </a:rPr>
                        <a:t>420248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lang="en-IN" sz="2400" u="heavy" spc="-4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prashant.22420248</a:t>
                      </a:r>
                      <a:r>
                        <a:rPr sz="2400" u="heavy" spc="-4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@</a:t>
                      </a:r>
                      <a:r>
                        <a:rPr sz="2400" u="heavy" spc="-5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 </a:t>
                      </a:r>
                      <a:r>
                        <a:rPr sz="2400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viit.ac.in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E36B09"/>
                      </a:solidFill>
                      <a:prstDash val="solid"/>
                    </a:lnL>
                    <a:lnR w="12700">
                      <a:solidFill>
                        <a:srgbClr val="E36B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7234169" y="9470255"/>
            <a:ext cx="2832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b="1" spc="-25" dirty="0">
                <a:latin typeface="Calibri"/>
                <a:cs typeface="Calibri"/>
              </a:rPr>
              <a:t>01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58531" y="8901777"/>
            <a:ext cx="68694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65" dirty="0">
                <a:latin typeface="Times New Roman"/>
                <a:cs typeface="Times New Roman"/>
              </a:rPr>
              <a:t>Course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spc="-55" dirty="0">
                <a:latin typeface="Times New Roman"/>
                <a:cs typeface="Times New Roman"/>
              </a:rPr>
              <a:t>Teacher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-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spc="100" dirty="0">
                <a:latin typeface="Times New Roman"/>
                <a:cs typeface="Times New Roman"/>
              </a:rPr>
              <a:t>Prof.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120" dirty="0">
                <a:latin typeface="Times New Roman"/>
                <a:cs typeface="Times New Roman"/>
              </a:rPr>
              <a:t>Riddhi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120" dirty="0">
                <a:latin typeface="Times New Roman"/>
                <a:cs typeface="Times New Roman"/>
              </a:rPr>
              <a:t>Mirajkar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1232" y="987909"/>
            <a:ext cx="13868399" cy="3659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8755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4E81BD"/>
                </a:solidFill>
                <a:latin typeface="Calibri"/>
                <a:cs typeface="Calibri"/>
              </a:rPr>
              <a:t>VISHWAKARMA</a:t>
            </a:r>
            <a:r>
              <a:rPr sz="3200" b="1" spc="-105" dirty="0">
                <a:solidFill>
                  <a:srgbClr val="4E81B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4E81BD"/>
                </a:solidFill>
                <a:latin typeface="Calibri"/>
                <a:cs typeface="Calibri"/>
              </a:rPr>
              <a:t>INSTITUTE</a:t>
            </a:r>
            <a:r>
              <a:rPr sz="3200" b="1" spc="-105" dirty="0">
                <a:solidFill>
                  <a:srgbClr val="4E81B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4E81BD"/>
                </a:solidFill>
                <a:latin typeface="Calibri"/>
                <a:cs typeface="Calibri"/>
              </a:rPr>
              <a:t>OF</a:t>
            </a:r>
            <a:r>
              <a:rPr sz="3200" b="1" spc="-100" dirty="0">
                <a:solidFill>
                  <a:srgbClr val="4E81B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4E81BD"/>
                </a:solidFill>
                <a:latin typeface="Calibri"/>
                <a:cs typeface="Calibri"/>
              </a:rPr>
              <a:t>INFORMATION</a:t>
            </a:r>
            <a:r>
              <a:rPr sz="3200" b="1" spc="-105" dirty="0">
                <a:solidFill>
                  <a:srgbClr val="4E81BD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4E81BD"/>
                </a:solidFill>
                <a:latin typeface="Calibri"/>
                <a:cs typeface="Calibri"/>
              </a:rPr>
              <a:t>TECHNOLOGY</a:t>
            </a:r>
            <a:endParaRPr sz="3200" dirty="0">
              <a:latin typeface="Calibri"/>
              <a:cs typeface="Calibri"/>
            </a:endParaRPr>
          </a:p>
          <a:p>
            <a:pPr marL="1516380" marR="544830" indent="-156210">
              <a:spcBef>
                <a:spcPts val="1985"/>
              </a:spcBef>
            </a:pPr>
            <a:r>
              <a:rPr sz="3200" b="1" dirty="0">
                <a:latin typeface="Times New Roman"/>
                <a:cs typeface="Times New Roman"/>
              </a:rPr>
              <a:t>DEPARTMENT</a:t>
            </a:r>
            <a:r>
              <a:rPr sz="3200" b="1" spc="3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OF</a:t>
            </a:r>
            <a:r>
              <a:rPr sz="3200" b="1" spc="3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INFORMATION</a:t>
            </a:r>
            <a:r>
              <a:rPr sz="3200" b="1" spc="31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TECHNOLOGY </a:t>
            </a:r>
            <a:endParaRPr lang="en-US" sz="3200" b="1" spc="-10" dirty="0">
              <a:latin typeface="Times New Roman"/>
              <a:cs typeface="Times New Roman"/>
            </a:endParaRPr>
          </a:p>
          <a:p>
            <a:pPr marL="1516380" marR="544830" indent="-156210">
              <a:spcBef>
                <a:spcPts val="1985"/>
              </a:spcBef>
            </a:pPr>
            <a:r>
              <a:rPr sz="3200" b="1" spc="-65" dirty="0">
                <a:latin typeface="Times New Roman"/>
                <a:cs typeface="Times New Roman"/>
              </a:rPr>
              <a:t>Course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185" dirty="0">
                <a:latin typeface="Times New Roman"/>
                <a:cs typeface="Times New Roman"/>
              </a:rPr>
              <a:t>ARTIFICIAL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195" dirty="0">
                <a:latin typeface="Times New Roman"/>
                <a:cs typeface="Times New Roman"/>
              </a:rPr>
              <a:t>INTELLIGENCE</a:t>
            </a:r>
            <a:r>
              <a:rPr sz="3200" spc="-10" dirty="0">
                <a:latin typeface="Times New Roman"/>
                <a:cs typeface="Times New Roman"/>
              </a:rPr>
              <a:t> (IT31231)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3200" b="1" spc="-25" dirty="0">
                <a:latin typeface="Times New Roman"/>
                <a:cs typeface="Times New Roman"/>
              </a:rPr>
              <a:t>Topic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–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Risk2Image : AI-Based Breast Cancer Risk Forecasting with Visual 					Depiction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53390">
              <a:lnSpc>
                <a:spcPct val="100000"/>
              </a:lnSpc>
            </a:pPr>
            <a:r>
              <a:rPr lang="en-IN" sz="3200" dirty="0">
                <a:latin typeface="Times New Roman"/>
                <a:cs typeface="Times New Roman"/>
              </a:rPr>
              <a:t>										</a:t>
            </a:r>
            <a:r>
              <a:rPr lang="en-IN" sz="3200" spc="95" dirty="0">
                <a:latin typeface="Times New Roman"/>
                <a:cs typeface="Times New Roman"/>
              </a:rPr>
              <a:t>TY-</a:t>
            </a:r>
            <a:r>
              <a:rPr lang="en-IN" sz="3200" spc="105" dirty="0">
                <a:latin typeface="Times New Roman"/>
                <a:cs typeface="Times New Roman"/>
              </a:rPr>
              <a:t>IT-</a:t>
            </a:r>
            <a:r>
              <a:rPr lang="en-IN" sz="3200" spc="135" dirty="0">
                <a:latin typeface="Times New Roman"/>
                <a:cs typeface="Times New Roman"/>
              </a:rPr>
              <a:t>A</a:t>
            </a:r>
            <a:r>
              <a:rPr lang="en-IN" sz="3200" spc="40" dirty="0">
                <a:latin typeface="Times New Roman"/>
                <a:cs typeface="Times New Roman"/>
              </a:rPr>
              <a:t> </a:t>
            </a:r>
            <a:r>
              <a:rPr lang="en-IN" sz="3200" spc="-10" dirty="0">
                <a:latin typeface="Times New Roman"/>
                <a:cs typeface="Times New Roman"/>
              </a:rPr>
              <a:t>2025-</a:t>
            </a:r>
            <a:r>
              <a:rPr lang="en-IN" sz="3200" spc="-25" dirty="0">
                <a:latin typeface="Times New Roman"/>
                <a:cs typeface="Times New Roman"/>
              </a:rPr>
              <a:t>26</a:t>
            </a:r>
            <a:endParaRPr lang="en-IN"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">
            <a:extLst>
              <a:ext uri="{FF2B5EF4-FFF2-40B4-BE49-F238E27FC236}">
                <a16:creationId xmlns:a16="http://schemas.microsoft.com/office/drawing/2014/main" id="{34880028-EFF3-F9D6-6441-10E3374B86EE}"/>
              </a:ext>
            </a:extLst>
          </p:cNvPr>
          <p:cNvSpPr/>
          <p:nvPr/>
        </p:nvSpPr>
        <p:spPr>
          <a:xfrm>
            <a:off x="0" y="0"/>
            <a:ext cx="4145915" cy="4292600"/>
          </a:xfrm>
          <a:custGeom>
            <a:avLst/>
            <a:gdLst/>
            <a:ahLst/>
            <a:cxnLst/>
            <a:rect l="l" t="t" r="r" b="b"/>
            <a:pathLst>
              <a:path w="4145915" h="4292600">
                <a:moveTo>
                  <a:pt x="1879849" y="4190602"/>
                </a:moveTo>
                <a:lnTo>
                  <a:pt x="177550" y="4190602"/>
                </a:lnTo>
                <a:lnTo>
                  <a:pt x="132598" y="4177902"/>
                </a:lnTo>
                <a:lnTo>
                  <a:pt x="87929" y="4152502"/>
                </a:lnTo>
                <a:lnTo>
                  <a:pt x="0" y="4126996"/>
                </a:lnTo>
                <a:lnTo>
                  <a:pt x="0" y="0"/>
                </a:lnTo>
                <a:lnTo>
                  <a:pt x="3848900" y="0"/>
                </a:lnTo>
                <a:lnTo>
                  <a:pt x="3868090" y="37702"/>
                </a:lnTo>
                <a:lnTo>
                  <a:pt x="3886878" y="75802"/>
                </a:lnTo>
                <a:lnTo>
                  <a:pt x="3905056" y="126602"/>
                </a:lnTo>
                <a:lnTo>
                  <a:pt x="3922619" y="164702"/>
                </a:lnTo>
                <a:lnTo>
                  <a:pt x="3939561" y="202802"/>
                </a:lnTo>
                <a:lnTo>
                  <a:pt x="3955876" y="240902"/>
                </a:lnTo>
                <a:lnTo>
                  <a:pt x="3971560" y="291702"/>
                </a:lnTo>
                <a:lnTo>
                  <a:pt x="3986606" y="329802"/>
                </a:lnTo>
                <a:lnTo>
                  <a:pt x="4001009" y="380602"/>
                </a:lnTo>
                <a:lnTo>
                  <a:pt x="4014764" y="418702"/>
                </a:lnTo>
                <a:lnTo>
                  <a:pt x="4027864" y="456802"/>
                </a:lnTo>
                <a:lnTo>
                  <a:pt x="4040305" y="507602"/>
                </a:lnTo>
                <a:lnTo>
                  <a:pt x="4052081" y="545702"/>
                </a:lnTo>
                <a:lnTo>
                  <a:pt x="4063186" y="596502"/>
                </a:lnTo>
                <a:lnTo>
                  <a:pt x="4073614" y="634602"/>
                </a:lnTo>
                <a:lnTo>
                  <a:pt x="4083361" y="685402"/>
                </a:lnTo>
                <a:lnTo>
                  <a:pt x="4092421" y="723502"/>
                </a:lnTo>
                <a:lnTo>
                  <a:pt x="4100787" y="774302"/>
                </a:lnTo>
                <a:lnTo>
                  <a:pt x="4108455" y="812402"/>
                </a:lnTo>
                <a:lnTo>
                  <a:pt x="4115420" y="863202"/>
                </a:lnTo>
                <a:lnTo>
                  <a:pt x="4121674" y="914002"/>
                </a:lnTo>
                <a:lnTo>
                  <a:pt x="4127214" y="952102"/>
                </a:lnTo>
                <a:lnTo>
                  <a:pt x="4132033" y="1002902"/>
                </a:lnTo>
                <a:lnTo>
                  <a:pt x="4136125" y="1053702"/>
                </a:lnTo>
                <a:lnTo>
                  <a:pt x="4139486" y="1091802"/>
                </a:lnTo>
                <a:lnTo>
                  <a:pt x="4142110" y="1142602"/>
                </a:lnTo>
                <a:lnTo>
                  <a:pt x="4143991" y="1193402"/>
                </a:lnTo>
                <a:lnTo>
                  <a:pt x="4145124" y="1231502"/>
                </a:lnTo>
                <a:lnTo>
                  <a:pt x="4145503" y="1282302"/>
                </a:lnTo>
                <a:lnTo>
                  <a:pt x="4145124" y="1333102"/>
                </a:lnTo>
                <a:lnTo>
                  <a:pt x="4143991" y="1383902"/>
                </a:lnTo>
                <a:lnTo>
                  <a:pt x="4142110" y="1422002"/>
                </a:lnTo>
                <a:lnTo>
                  <a:pt x="4139486" y="1472802"/>
                </a:lnTo>
                <a:lnTo>
                  <a:pt x="4136125" y="1523602"/>
                </a:lnTo>
                <a:lnTo>
                  <a:pt x="4132033" y="1561702"/>
                </a:lnTo>
                <a:lnTo>
                  <a:pt x="4127214" y="1612502"/>
                </a:lnTo>
                <a:lnTo>
                  <a:pt x="4121674" y="1663302"/>
                </a:lnTo>
                <a:lnTo>
                  <a:pt x="4115420" y="1701402"/>
                </a:lnTo>
                <a:lnTo>
                  <a:pt x="4108455" y="1752202"/>
                </a:lnTo>
                <a:lnTo>
                  <a:pt x="4100787" y="1790302"/>
                </a:lnTo>
                <a:lnTo>
                  <a:pt x="4092421" y="1841102"/>
                </a:lnTo>
                <a:lnTo>
                  <a:pt x="4083361" y="1891902"/>
                </a:lnTo>
                <a:lnTo>
                  <a:pt x="4073614" y="1930002"/>
                </a:lnTo>
                <a:lnTo>
                  <a:pt x="4063186" y="1980802"/>
                </a:lnTo>
                <a:lnTo>
                  <a:pt x="4052081" y="2018902"/>
                </a:lnTo>
                <a:lnTo>
                  <a:pt x="4040305" y="2069702"/>
                </a:lnTo>
                <a:lnTo>
                  <a:pt x="4027864" y="2107802"/>
                </a:lnTo>
                <a:lnTo>
                  <a:pt x="4014764" y="2145902"/>
                </a:lnTo>
                <a:lnTo>
                  <a:pt x="4001009" y="2196702"/>
                </a:lnTo>
                <a:lnTo>
                  <a:pt x="3986606" y="2234802"/>
                </a:lnTo>
                <a:lnTo>
                  <a:pt x="3971560" y="2285602"/>
                </a:lnTo>
                <a:lnTo>
                  <a:pt x="3955876" y="2323702"/>
                </a:lnTo>
                <a:lnTo>
                  <a:pt x="3939561" y="2361802"/>
                </a:lnTo>
                <a:lnTo>
                  <a:pt x="3922619" y="2399902"/>
                </a:lnTo>
                <a:lnTo>
                  <a:pt x="3905056" y="2450702"/>
                </a:lnTo>
                <a:lnTo>
                  <a:pt x="3886878" y="2488802"/>
                </a:lnTo>
                <a:lnTo>
                  <a:pt x="3868090" y="2526902"/>
                </a:lnTo>
                <a:lnTo>
                  <a:pt x="3848698" y="2565002"/>
                </a:lnTo>
                <a:lnTo>
                  <a:pt x="3828707" y="2615802"/>
                </a:lnTo>
                <a:lnTo>
                  <a:pt x="3808123" y="2653902"/>
                </a:lnTo>
                <a:lnTo>
                  <a:pt x="3786952" y="2692002"/>
                </a:lnTo>
                <a:lnTo>
                  <a:pt x="3765199" y="2730102"/>
                </a:lnTo>
                <a:lnTo>
                  <a:pt x="3742869" y="2768202"/>
                </a:lnTo>
                <a:lnTo>
                  <a:pt x="3719968" y="2806302"/>
                </a:lnTo>
                <a:lnTo>
                  <a:pt x="3696501" y="2844402"/>
                </a:lnTo>
                <a:lnTo>
                  <a:pt x="3672475" y="2882502"/>
                </a:lnTo>
                <a:lnTo>
                  <a:pt x="3647895" y="2920602"/>
                </a:lnTo>
                <a:lnTo>
                  <a:pt x="3622766" y="2958702"/>
                </a:lnTo>
                <a:lnTo>
                  <a:pt x="3597093" y="2996802"/>
                </a:lnTo>
                <a:lnTo>
                  <a:pt x="3570883" y="3034902"/>
                </a:lnTo>
                <a:lnTo>
                  <a:pt x="3544141" y="3060302"/>
                </a:lnTo>
                <a:lnTo>
                  <a:pt x="3516872" y="3098402"/>
                </a:lnTo>
                <a:lnTo>
                  <a:pt x="3489082" y="3136502"/>
                </a:lnTo>
                <a:lnTo>
                  <a:pt x="3460776" y="3174602"/>
                </a:lnTo>
                <a:lnTo>
                  <a:pt x="3431961" y="3200002"/>
                </a:lnTo>
                <a:lnTo>
                  <a:pt x="3402641" y="3238102"/>
                </a:lnTo>
                <a:lnTo>
                  <a:pt x="3372822" y="3276202"/>
                </a:lnTo>
                <a:lnTo>
                  <a:pt x="3342510" y="3301602"/>
                </a:lnTo>
                <a:lnTo>
                  <a:pt x="3311710" y="3339702"/>
                </a:lnTo>
                <a:lnTo>
                  <a:pt x="3280428" y="3365102"/>
                </a:lnTo>
                <a:lnTo>
                  <a:pt x="3248669" y="3403202"/>
                </a:lnTo>
                <a:lnTo>
                  <a:pt x="3216439" y="3428602"/>
                </a:lnTo>
                <a:lnTo>
                  <a:pt x="3183743" y="3466702"/>
                </a:lnTo>
                <a:lnTo>
                  <a:pt x="3150587" y="3492102"/>
                </a:lnTo>
                <a:lnTo>
                  <a:pt x="3116977" y="3517502"/>
                </a:lnTo>
                <a:lnTo>
                  <a:pt x="3082918" y="3555602"/>
                </a:lnTo>
                <a:lnTo>
                  <a:pt x="3048415" y="3581002"/>
                </a:lnTo>
                <a:lnTo>
                  <a:pt x="2978101" y="3631802"/>
                </a:lnTo>
                <a:lnTo>
                  <a:pt x="2942301" y="3669902"/>
                </a:lnTo>
                <a:lnTo>
                  <a:pt x="2869443" y="3720702"/>
                </a:lnTo>
                <a:lnTo>
                  <a:pt x="2794944" y="3771502"/>
                </a:lnTo>
                <a:lnTo>
                  <a:pt x="2718849" y="3822302"/>
                </a:lnTo>
                <a:lnTo>
                  <a:pt x="2680217" y="3835002"/>
                </a:lnTo>
                <a:lnTo>
                  <a:pt x="2641202" y="3860402"/>
                </a:lnTo>
                <a:lnTo>
                  <a:pt x="2521918" y="3936602"/>
                </a:lnTo>
                <a:lnTo>
                  <a:pt x="2481428" y="3949302"/>
                </a:lnTo>
                <a:lnTo>
                  <a:pt x="2440584" y="3974702"/>
                </a:lnTo>
                <a:lnTo>
                  <a:pt x="2399391" y="3987402"/>
                </a:lnTo>
                <a:lnTo>
                  <a:pt x="2357854" y="4012802"/>
                </a:lnTo>
                <a:lnTo>
                  <a:pt x="2315979" y="4025502"/>
                </a:lnTo>
                <a:lnTo>
                  <a:pt x="2273771" y="4050902"/>
                </a:lnTo>
                <a:lnTo>
                  <a:pt x="2231236" y="4063602"/>
                </a:lnTo>
                <a:lnTo>
                  <a:pt x="2188380" y="4089002"/>
                </a:lnTo>
                <a:lnTo>
                  <a:pt x="1969470" y="4152502"/>
                </a:lnTo>
                <a:lnTo>
                  <a:pt x="1924801" y="4177902"/>
                </a:lnTo>
                <a:lnTo>
                  <a:pt x="1879849" y="4190602"/>
                </a:lnTo>
                <a:close/>
              </a:path>
              <a:path w="4145915" h="4292600">
                <a:moveTo>
                  <a:pt x="1651045" y="4241402"/>
                </a:moveTo>
                <a:lnTo>
                  <a:pt x="406354" y="4241402"/>
                </a:lnTo>
                <a:lnTo>
                  <a:pt x="222778" y="4190602"/>
                </a:lnTo>
                <a:lnTo>
                  <a:pt x="1834621" y="4190602"/>
                </a:lnTo>
                <a:lnTo>
                  <a:pt x="1651045" y="4241402"/>
                </a:lnTo>
                <a:close/>
              </a:path>
              <a:path w="4145915" h="4292600">
                <a:moveTo>
                  <a:pt x="1510725" y="4266802"/>
                </a:moveTo>
                <a:lnTo>
                  <a:pt x="546674" y="4266802"/>
                </a:lnTo>
                <a:lnTo>
                  <a:pt x="452885" y="4241402"/>
                </a:lnTo>
                <a:lnTo>
                  <a:pt x="1604514" y="4241402"/>
                </a:lnTo>
                <a:lnTo>
                  <a:pt x="1510725" y="4266802"/>
                </a:lnTo>
                <a:close/>
              </a:path>
              <a:path w="4145915" h="4292600">
                <a:moveTo>
                  <a:pt x="1416005" y="4279502"/>
                </a:moveTo>
                <a:lnTo>
                  <a:pt x="641394" y="4279502"/>
                </a:lnTo>
                <a:lnTo>
                  <a:pt x="593920" y="4266802"/>
                </a:lnTo>
                <a:lnTo>
                  <a:pt x="1463479" y="4266802"/>
                </a:lnTo>
                <a:lnTo>
                  <a:pt x="1416005" y="4279502"/>
                </a:lnTo>
                <a:close/>
              </a:path>
              <a:path w="4145915" h="4292600">
                <a:moveTo>
                  <a:pt x="1272276" y="4292202"/>
                </a:moveTo>
                <a:lnTo>
                  <a:pt x="785123" y="4292202"/>
                </a:lnTo>
                <a:lnTo>
                  <a:pt x="737001" y="4279502"/>
                </a:lnTo>
                <a:lnTo>
                  <a:pt x="1320398" y="4279502"/>
                </a:lnTo>
                <a:lnTo>
                  <a:pt x="1272276" y="4292202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650095"/>
            <a:ext cx="4039235" cy="94897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9075" baseline="-2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</a:t>
            </a:r>
            <a:endParaRPr sz="9075" baseline="-22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638" y="2056114"/>
            <a:ext cx="17346562" cy="7380354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711200" marR="43180" indent="-661035">
              <a:lnSpc>
                <a:spcPct val="200000"/>
              </a:lnSpc>
              <a:spcBef>
                <a:spcPts val="615"/>
              </a:spcBef>
              <a:buAutoNum type="arabicParenR"/>
              <a:tabLst>
                <a:tab pos="2719070" algn="l"/>
                <a:tab pos="3023870" algn="l"/>
                <a:tab pos="445389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 Problem And Our Solution ………………………………………… Page 3 </a:t>
            </a:r>
          </a:p>
          <a:p>
            <a:pPr marL="711200" marR="43180" indent="-661035">
              <a:lnSpc>
                <a:spcPct val="200000"/>
              </a:lnSpc>
              <a:spcBef>
                <a:spcPts val="615"/>
              </a:spcBef>
              <a:buAutoNum type="arabicParenR"/>
              <a:tabLst>
                <a:tab pos="2719070" algn="l"/>
                <a:tab pos="3023870" algn="l"/>
                <a:tab pos="445389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: Identifying Gaps in Current Research………………………… Page 4 and 5</a:t>
            </a:r>
          </a:p>
          <a:p>
            <a:pPr marL="711200" marR="43180" indent="-661035">
              <a:lnSpc>
                <a:spcPct val="200000"/>
              </a:lnSpc>
              <a:spcBef>
                <a:spcPts val="615"/>
              </a:spcBef>
              <a:buAutoNum type="arabicParenR"/>
              <a:tabLst>
                <a:tab pos="2719070" algn="l"/>
                <a:tab pos="3023870" algn="l"/>
                <a:tab pos="445389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 Solution And System Architecture………………………………Page 7</a:t>
            </a:r>
          </a:p>
          <a:p>
            <a:pPr marL="711200" marR="43180" indent="-661035">
              <a:lnSpc>
                <a:spcPct val="200000"/>
              </a:lnSpc>
              <a:spcBef>
                <a:spcPts val="615"/>
              </a:spcBef>
              <a:buAutoNum type="arabicParenR"/>
              <a:tabLst>
                <a:tab pos="2719070" algn="l"/>
                <a:tab pos="3023870" algn="l"/>
                <a:tab pos="445389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Analysis: Breast Cancer Module Performance and Project Outcomes ………..Page 10</a:t>
            </a:r>
          </a:p>
          <a:p>
            <a:pPr marL="711200" marR="43180" indent="-661035">
              <a:lnSpc>
                <a:spcPct val="200000"/>
              </a:lnSpc>
              <a:spcBef>
                <a:spcPts val="615"/>
              </a:spcBef>
              <a:buAutoNum type="arabicParenR"/>
              <a:tabLst>
                <a:tab pos="2719070" algn="l"/>
                <a:tab pos="3023870" algn="l"/>
                <a:tab pos="445389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Disadvantages: Realistic Assessment……………………………….Page 11</a:t>
            </a:r>
          </a:p>
          <a:p>
            <a:pPr marL="711200" marR="43180" indent="-661035">
              <a:lnSpc>
                <a:spcPct val="200000"/>
              </a:lnSpc>
              <a:spcBef>
                <a:spcPts val="615"/>
              </a:spcBef>
              <a:buAutoNum type="arabicParenR"/>
              <a:tabLst>
                <a:tab pos="2719070" algn="l"/>
                <a:tab pos="3023870" algn="l"/>
                <a:tab pos="445389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Conclusion……………………………………………………………………………Page 12</a:t>
            </a:r>
          </a:p>
          <a:p>
            <a:pPr marL="711200" marR="43180" indent="-661035">
              <a:lnSpc>
                <a:spcPct val="200000"/>
              </a:lnSpc>
              <a:spcBef>
                <a:spcPts val="615"/>
              </a:spcBef>
              <a:buAutoNum type="arabicParenR"/>
              <a:tabLst>
                <a:tab pos="2719070" algn="l"/>
                <a:tab pos="3023870" algn="l"/>
                <a:tab pos="445389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References……………………………………………………………………………Page 13 and 14</a:t>
            </a:r>
          </a:p>
          <a:p>
            <a:pPr marL="711200" marR="43180" indent="-661035">
              <a:lnSpc>
                <a:spcPct val="200000"/>
              </a:lnSpc>
              <a:spcBef>
                <a:spcPts val="615"/>
              </a:spcBef>
              <a:buAutoNum type="arabicParenR"/>
              <a:tabLst>
                <a:tab pos="2719070" algn="l"/>
                <a:tab pos="3023870" algn="l"/>
                <a:tab pos="445389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 | Q&amp;A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787254" y="9264697"/>
            <a:ext cx="2832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b="1" spc="-25" dirty="0">
                <a:latin typeface="Calibri"/>
                <a:cs typeface="Calibri"/>
              </a:rPr>
              <a:t>02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19">
            <a:extLst>
              <a:ext uri="{FF2B5EF4-FFF2-40B4-BE49-F238E27FC236}">
                <a16:creationId xmlns:a16="http://schemas.microsoft.com/office/drawing/2014/main" id="{8E628E79-CC66-E475-4C47-D4EA7485657F}"/>
              </a:ext>
            </a:extLst>
          </p:cNvPr>
          <p:cNvSpPr/>
          <p:nvPr/>
        </p:nvSpPr>
        <p:spPr>
          <a:xfrm>
            <a:off x="11390588" y="9644994"/>
            <a:ext cx="1327785" cy="642620"/>
          </a:xfrm>
          <a:custGeom>
            <a:avLst/>
            <a:gdLst/>
            <a:ahLst/>
            <a:cxnLst/>
            <a:rect l="l" t="t" r="r" b="b"/>
            <a:pathLst>
              <a:path w="1327784" h="642620">
                <a:moveTo>
                  <a:pt x="1327684" y="642005"/>
                </a:moveTo>
                <a:lnTo>
                  <a:pt x="0" y="642005"/>
                </a:lnTo>
                <a:lnTo>
                  <a:pt x="1820" y="594091"/>
                </a:lnTo>
                <a:lnTo>
                  <a:pt x="7197" y="547134"/>
                </a:lnTo>
                <a:lnTo>
                  <a:pt x="16002" y="501257"/>
                </a:lnTo>
                <a:lnTo>
                  <a:pt x="28106" y="456585"/>
                </a:lnTo>
                <a:lnTo>
                  <a:pt x="43381" y="413242"/>
                </a:lnTo>
                <a:lnTo>
                  <a:pt x="61699" y="371351"/>
                </a:lnTo>
                <a:lnTo>
                  <a:pt x="82931" y="331038"/>
                </a:lnTo>
                <a:lnTo>
                  <a:pt x="106949" y="292426"/>
                </a:lnTo>
                <a:lnTo>
                  <a:pt x="133624" y="255639"/>
                </a:lnTo>
                <a:lnTo>
                  <a:pt x="162829" y="220802"/>
                </a:lnTo>
                <a:lnTo>
                  <a:pt x="194434" y="188038"/>
                </a:lnTo>
                <a:lnTo>
                  <a:pt x="228312" y="157473"/>
                </a:lnTo>
                <a:lnTo>
                  <a:pt x="264335" y="129228"/>
                </a:lnTo>
                <a:lnTo>
                  <a:pt x="302373" y="103430"/>
                </a:lnTo>
                <a:lnTo>
                  <a:pt x="342298" y="80203"/>
                </a:lnTo>
                <a:lnTo>
                  <a:pt x="383982" y="59669"/>
                </a:lnTo>
                <a:lnTo>
                  <a:pt x="427298" y="41954"/>
                </a:lnTo>
                <a:lnTo>
                  <a:pt x="472115" y="27181"/>
                </a:lnTo>
                <a:lnTo>
                  <a:pt x="518307" y="15476"/>
                </a:lnTo>
                <a:lnTo>
                  <a:pt x="565744" y="6960"/>
                </a:lnTo>
                <a:lnTo>
                  <a:pt x="614298" y="1760"/>
                </a:lnTo>
                <a:lnTo>
                  <a:pt x="663842" y="0"/>
                </a:lnTo>
                <a:lnTo>
                  <a:pt x="713385" y="1760"/>
                </a:lnTo>
                <a:lnTo>
                  <a:pt x="761939" y="6960"/>
                </a:lnTo>
                <a:lnTo>
                  <a:pt x="809376" y="15476"/>
                </a:lnTo>
                <a:lnTo>
                  <a:pt x="855568" y="27181"/>
                </a:lnTo>
                <a:lnTo>
                  <a:pt x="900385" y="41954"/>
                </a:lnTo>
                <a:lnTo>
                  <a:pt x="943701" y="59669"/>
                </a:lnTo>
                <a:lnTo>
                  <a:pt x="985385" y="80203"/>
                </a:lnTo>
                <a:lnTo>
                  <a:pt x="1025310" y="103430"/>
                </a:lnTo>
                <a:lnTo>
                  <a:pt x="1063348" y="129228"/>
                </a:lnTo>
                <a:lnTo>
                  <a:pt x="1099371" y="157473"/>
                </a:lnTo>
                <a:lnTo>
                  <a:pt x="1133249" y="188038"/>
                </a:lnTo>
                <a:lnTo>
                  <a:pt x="1164854" y="220802"/>
                </a:lnTo>
                <a:lnTo>
                  <a:pt x="1194059" y="255639"/>
                </a:lnTo>
                <a:lnTo>
                  <a:pt x="1220734" y="292426"/>
                </a:lnTo>
                <a:lnTo>
                  <a:pt x="1244752" y="331038"/>
                </a:lnTo>
                <a:lnTo>
                  <a:pt x="1265984" y="371351"/>
                </a:lnTo>
                <a:lnTo>
                  <a:pt x="1284302" y="413242"/>
                </a:lnTo>
                <a:lnTo>
                  <a:pt x="1299577" y="456585"/>
                </a:lnTo>
                <a:lnTo>
                  <a:pt x="1311681" y="501257"/>
                </a:lnTo>
                <a:lnTo>
                  <a:pt x="1320486" y="547134"/>
                </a:lnTo>
                <a:lnTo>
                  <a:pt x="1325863" y="594091"/>
                </a:lnTo>
                <a:lnTo>
                  <a:pt x="1327684" y="642005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8247"/>
            <a:ext cx="4145915" cy="4292600"/>
          </a:xfrm>
          <a:custGeom>
            <a:avLst/>
            <a:gdLst/>
            <a:ahLst/>
            <a:cxnLst/>
            <a:rect l="l" t="t" r="r" b="b"/>
            <a:pathLst>
              <a:path w="4145915" h="4292600">
                <a:moveTo>
                  <a:pt x="1879849" y="4190602"/>
                </a:moveTo>
                <a:lnTo>
                  <a:pt x="177550" y="4190602"/>
                </a:lnTo>
                <a:lnTo>
                  <a:pt x="132598" y="4177902"/>
                </a:lnTo>
                <a:lnTo>
                  <a:pt x="87929" y="4152502"/>
                </a:lnTo>
                <a:lnTo>
                  <a:pt x="0" y="4126996"/>
                </a:lnTo>
                <a:lnTo>
                  <a:pt x="0" y="0"/>
                </a:lnTo>
                <a:lnTo>
                  <a:pt x="3848900" y="0"/>
                </a:lnTo>
                <a:lnTo>
                  <a:pt x="3868090" y="37702"/>
                </a:lnTo>
                <a:lnTo>
                  <a:pt x="3886878" y="75802"/>
                </a:lnTo>
                <a:lnTo>
                  <a:pt x="3905056" y="126602"/>
                </a:lnTo>
                <a:lnTo>
                  <a:pt x="3922619" y="164702"/>
                </a:lnTo>
                <a:lnTo>
                  <a:pt x="3939561" y="202802"/>
                </a:lnTo>
                <a:lnTo>
                  <a:pt x="3955876" y="240902"/>
                </a:lnTo>
                <a:lnTo>
                  <a:pt x="3971560" y="291702"/>
                </a:lnTo>
                <a:lnTo>
                  <a:pt x="3986606" y="329802"/>
                </a:lnTo>
                <a:lnTo>
                  <a:pt x="4001009" y="380602"/>
                </a:lnTo>
                <a:lnTo>
                  <a:pt x="4014764" y="418702"/>
                </a:lnTo>
                <a:lnTo>
                  <a:pt x="4027864" y="456802"/>
                </a:lnTo>
                <a:lnTo>
                  <a:pt x="4040305" y="507602"/>
                </a:lnTo>
                <a:lnTo>
                  <a:pt x="4052081" y="545702"/>
                </a:lnTo>
                <a:lnTo>
                  <a:pt x="4063186" y="596502"/>
                </a:lnTo>
                <a:lnTo>
                  <a:pt x="4073614" y="634602"/>
                </a:lnTo>
                <a:lnTo>
                  <a:pt x="4083361" y="685402"/>
                </a:lnTo>
                <a:lnTo>
                  <a:pt x="4092421" y="723502"/>
                </a:lnTo>
                <a:lnTo>
                  <a:pt x="4100787" y="774302"/>
                </a:lnTo>
                <a:lnTo>
                  <a:pt x="4108455" y="812402"/>
                </a:lnTo>
                <a:lnTo>
                  <a:pt x="4115420" y="863202"/>
                </a:lnTo>
                <a:lnTo>
                  <a:pt x="4121674" y="914002"/>
                </a:lnTo>
                <a:lnTo>
                  <a:pt x="4127214" y="952102"/>
                </a:lnTo>
                <a:lnTo>
                  <a:pt x="4132033" y="1002902"/>
                </a:lnTo>
                <a:lnTo>
                  <a:pt x="4136125" y="1053702"/>
                </a:lnTo>
                <a:lnTo>
                  <a:pt x="4139486" y="1091802"/>
                </a:lnTo>
                <a:lnTo>
                  <a:pt x="4142110" y="1142602"/>
                </a:lnTo>
                <a:lnTo>
                  <a:pt x="4143991" y="1193402"/>
                </a:lnTo>
                <a:lnTo>
                  <a:pt x="4145124" y="1231502"/>
                </a:lnTo>
                <a:lnTo>
                  <a:pt x="4145503" y="1282302"/>
                </a:lnTo>
                <a:lnTo>
                  <a:pt x="4145124" y="1333102"/>
                </a:lnTo>
                <a:lnTo>
                  <a:pt x="4143991" y="1383902"/>
                </a:lnTo>
                <a:lnTo>
                  <a:pt x="4142110" y="1422002"/>
                </a:lnTo>
                <a:lnTo>
                  <a:pt x="4139486" y="1472802"/>
                </a:lnTo>
                <a:lnTo>
                  <a:pt x="4136125" y="1523602"/>
                </a:lnTo>
                <a:lnTo>
                  <a:pt x="4132033" y="1561702"/>
                </a:lnTo>
                <a:lnTo>
                  <a:pt x="4127214" y="1612502"/>
                </a:lnTo>
                <a:lnTo>
                  <a:pt x="4121674" y="1663302"/>
                </a:lnTo>
                <a:lnTo>
                  <a:pt x="4115420" y="1701402"/>
                </a:lnTo>
                <a:lnTo>
                  <a:pt x="4108455" y="1752202"/>
                </a:lnTo>
                <a:lnTo>
                  <a:pt x="4100787" y="1790302"/>
                </a:lnTo>
                <a:lnTo>
                  <a:pt x="4092421" y="1841102"/>
                </a:lnTo>
                <a:lnTo>
                  <a:pt x="4083361" y="1891902"/>
                </a:lnTo>
                <a:lnTo>
                  <a:pt x="4073614" y="1930002"/>
                </a:lnTo>
                <a:lnTo>
                  <a:pt x="4063186" y="1980802"/>
                </a:lnTo>
                <a:lnTo>
                  <a:pt x="4052081" y="2018902"/>
                </a:lnTo>
                <a:lnTo>
                  <a:pt x="4040305" y="2069702"/>
                </a:lnTo>
                <a:lnTo>
                  <a:pt x="4027864" y="2107802"/>
                </a:lnTo>
                <a:lnTo>
                  <a:pt x="4014764" y="2145902"/>
                </a:lnTo>
                <a:lnTo>
                  <a:pt x="4001009" y="2196702"/>
                </a:lnTo>
                <a:lnTo>
                  <a:pt x="3986606" y="2234802"/>
                </a:lnTo>
                <a:lnTo>
                  <a:pt x="3971560" y="2285602"/>
                </a:lnTo>
                <a:lnTo>
                  <a:pt x="3955876" y="2323702"/>
                </a:lnTo>
                <a:lnTo>
                  <a:pt x="3939561" y="2361802"/>
                </a:lnTo>
                <a:lnTo>
                  <a:pt x="3922619" y="2399902"/>
                </a:lnTo>
                <a:lnTo>
                  <a:pt x="3905056" y="2450702"/>
                </a:lnTo>
                <a:lnTo>
                  <a:pt x="3886878" y="2488802"/>
                </a:lnTo>
                <a:lnTo>
                  <a:pt x="3868090" y="2526902"/>
                </a:lnTo>
                <a:lnTo>
                  <a:pt x="3848698" y="2565002"/>
                </a:lnTo>
                <a:lnTo>
                  <a:pt x="3828707" y="2615802"/>
                </a:lnTo>
                <a:lnTo>
                  <a:pt x="3808123" y="2653902"/>
                </a:lnTo>
                <a:lnTo>
                  <a:pt x="3786952" y="2692002"/>
                </a:lnTo>
                <a:lnTo>
                  <a:pt x="3765199" y="2730102"/>
                </a:lnTo>
                <a:lnTo>
                  <a:pt x="3742869" y="2768202"/>
                </a:lnTo>
                <a:lnTo>
                  <a:pt x="3719968" y="2806302"/>
                </a:lnTo>
                <a:lnTo>
                  <a:pt x="3696501" y="2844402"/>
                </a:lnTo>
                <a:lnTo>
                  <a:pt x="3672475" y="2882502"/>
                </a:lnTo>
                <a:lnTo>
                  <a:pt x="3647895" y="2920602"/>
                </a:lnTo>
                <a:lnTo>
                  <a:pt x="3622766" y="2958702"/>
                </a:lnTo>
                <a:lnTo>
                  <a:pt x="3597093" y="2996802"/>
                </a:lnTo>
                <a:lnTo>
                  <a:pt x="3570883" y="3034902"/>
                </a:lnTo>
                <a:lnTo>
                  <a:pt x="3544141" y="3060302"/>
                </a:lnTo>
                <a:lnTo>
                  <a:pt x="3516872" y="3098402"/>
                </a:lnTo>
                <a:lnTo>
                  <a:pt x="3489082" y="3136502"/>
                </a:lnTo>
                <a:lnTo>
                  <a:pt x="3460776" y="3174602"/>
                </a:lnTo>
                <a:lnTo>
                  <a:pt x="3431961" y="3200002"/>
                </a:lnTo>
                <a:lnTo>
                  <a:pt x="3402641" y="3238102"/>
                </a:lnTo>
                <a:lnTo>
                  <a:pt x="3372822" y="3276202"/>
                </a:lnTo>
                <a:lnTo>
                  <a:pt x="3342510" y="3301602"/>
                </a:lnTo>
                <a:lnTo>
                  <a:pt x="3311710" y="3339702"/>
                </a:lnTo>
                <a:lnTo>
                  <a:pt x="3280428" y="3365102"/>
                </a:lnTo>
                <a:lnTo>
                  <a:pt x="3248669" y="3403202"/>
                </a:lnTo>
                <a:lnTo>
                  <a:pt x="3216439" y="3428602"/>
                </a:lnTo>
                <a:lnTo>
                  <a:pt x="3183743" y="3466702"/>
                </a:lnTo>
                <a:lnTo>
                  <a:pt x="3150587" y="3492102"/>
                </a:lnTo>
                <a:lnTo>
                  <a:pt x="3116977" y="3517502"/>
                </a:lnTo>
                <a:lnTo>
                  <a:pt x="3082918" y="3555602"/>
                </a:lnTo>
                <a:lnTo>
                  <a:pt x="3048415" y="3581002"/>
                </a:lnTo>
                <a:lnTo>
                  <a:pt x="2978101" y="3631802"/>
                </a:lnTo>
                <a:lnTo>
                  <a:pt x="2942301" y="3669902"/>
                </a:lnTo>
                <a:lnTo>
                  <a:pt x="2869443" y="3720702"/>
                </a:lnTo>
                <a:lnTo>
                  <a:pt x="2794944" y="3771502"/>
                </a:lnTo>
                <a:lnTo>
                  <a:pt x="2718849" y="3822302"/>
                </a:lnTo>
                <a:lnTo>
                  <a:pt x="2680217" y="3835002"/>
                </a:lnTo>
                <a:lnTo>
                  <a:pt x="2641202" y="3860402"/>
                </a:lnTo>
                <a:lnTo>
                  <a:pt x="2521918" y="3936602"/>
                </a:lnTo>
                <a:lnTo>
                  <a:pt x="2481428" y="3949302"/>
                </a:lnTo>
                <a:lnTo>
                  <a:pt x="2440584" y="3974702"/>
                </a:lnTo>
                <a:lnTo>
                  <a:pt x="2399391" y="3987402"/>
                </a:lnTo>
                <a:lnTo>
                  <a:pt x="2357854" y="4012802"/>
                </a:lnTo>
                <a:lnTo>
                  <a:pt x="2315979" y="4025502"/>
                </a:lnTo>
                <a:lnTo>
                  <a:pt x="2273771" y="4050902"/>
                </a:lnTo>
                <a:lnTo>
                  <a:pt x="2231236" y="4063602"/>
                </a:lnTo>
                <a:lnTo>
                  <a:pt x="2188380" y="4089002"/>
                </a:lnTo>
                <a:lnTo>
                  <a:pt x="1969470" y="4152502"/>
                </a:lnTo>
                <a:lnTo>
                  <a:pt x="1924801" y="4177902"/>
                </a:lnTo>
                <a:lnTo>
                  <a:pt x="1879849" y="4190602"/>
                </a:lnTo>
                <a:close/>
              </a:path>
              <a:path w="4145915" h="4292600">
                <a:moveTo>
                  <a:pt x="1651045" y="4241402"/>
                </a:moveTo>
                <a:lnTo>
                  <a:pt x="406354" y="4241402"/>
                </a:lnTo>
                <a:lnTo>
                  <a:pt x="222778" y="4190602"/>
                </a:lnTo>
                <a:lnTo>
                  <a:pt x="1834621" y="4190602"/>
                </a:lnTo>
                <a:lnTo>
                  <a:pt x="1651045" y="4241402"/>
                </a:lnTo>
                <a:close/>
              </a:path>
              <a:path w="4145915" h="4292600">
                <a:moveTo>
                  <a:pt x="1510725" y="4266802"/>
                </a:moveTo>
                <a:lnTo>
                  <a:pt x="546674" y="4266802"/>
                </a:lnTo>
                <a:lnTo>
                  <a:pt x="452885" y="4241402"/>
                </a:lnTo>
                <a:lnTo>
                  <a:pt x="1604514" y="4241402"/>
                </a:lnTo>
                <a:lnTo>
                  <a:pt x="1510725" y="4266802"/>
                </a:lnTo>
                <a:close/>
              </a:path>
              <a:path w="4145915" h="4292600">
                <a:moveTo>
                  <a:pt x="1416005" y="4279502"/>
                </a:moveTo>
                <a:lnTo>
                  <a:pt x="641394" y="4279502"/>
                </a:lnTo>
                <a:lnTo>
                  <a:pt x="593920" y="4266802"/>
                </a:lnTo>
                <a:lnTo>
                  <a:pt x="1463479" y="4266802"/>
                </a:lnTo>
                <a:lnTo>
                  <a:pt x="1416005" y="4279502"/>
                </a:lnTo>
                <a:close/>
              </a:path>
              <a:path w="4145915" h="4292600">
                <a:moveTo>
                  <a:pt x="1272276" y="4292202"/>
                </a:moveTo>
                <a:lnTo>
                  <a:pt x="785123" y="4292202"/>
                </a:lnTo>
                <a:lnTo>
                  <a:pt x="737001" y="4279502"/>
                </a:lnTo>
                <a:lnTo>
                  <a:pt x="1320398" y="4279502"/>
                </a:lnTo>
                <a:lnTo>
                  <a:pt x="1272276" y="4292202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">
            <a:extLst>
              <a:ext uri="{FF2B5EF4-FFF2-40B4-BE49-F238E27FC236}">
                <a16:creationId xmlns:a16="http://schemas.microsoft.com/office/drawing/2014/main" id="{A5FB6137-6080-B4EA-7891-9D00BD4F9D8F}"/>
              </a:ext>
            </a:extLst>
          </p:cNvPr>
          <p:cNvSpPr/>
          <p:nvPr/>
        </p:nvSpPr>
        <p:spPr>
          <a:xfrm rot="10800000">
            <a:off x="14128900" y="5986780"/>
            <a:ext cx="4145915" cy="4292600"/>
          </a:xfrm>
          <a:custGeom>
            <a:avLst/>
            <a:gdLst/>
            <a:ahLst/>
            <a:cxnLst/>
            <a:rect l="l" t="t" r="r" b="b"/>
            <a:pathLst>
              <a:path w="4145915" h="4292600">
                <a:moveTo>
                  <a:pt x="1879849" y="4190602"/>
                </a:moveTo>
                <a:lnTo>
                  <a:pt x="177550" y="4190602"/>
                </a:lnTo>
                <a:lnTo>
                  <a:pt x="132598" y="4177902"/>
                </a:lnTo>
                <a:lnTo>
                  <a:pt x="87929" y="4152502"/>
                </a:lnTo>
                <a:lnTo>
                  <a:pt x="0" y="4126996"/>
                </a:lnTo>
                <a:lnTo>
                  <a:pt x="0" y="0"/>
                </a:lnTo>
                <a:lnTo>
                  <a:pt x="3848900" y="0"/>
                </a:lnTo>
                <a:lnTo>
                  <a:pt x="3868090" y="37702"/>
                </a:lnTo>
                <a:lnTo>
                  <a:pt x="3886878" y="75802"/>
                </a:lnTo>
                <a:lnTo>
                  <a:pt x="3905056" y="126602"/>
                </a:lnTo>
                <a:lnTo>
                  <a:pt x="3922619" y="164702"/>
                </a:lnTo>
                <a:lnTo>
                  <a:pt x="3939561" y="202802"/>
                </a:lnTo>
                <a:lnTo>
                  <a:pt x="3955876" y="240902"/>
                </a:lnTo>
                <a:lnTo>
                  <a:pt x="3971560" y="291702"/>
                </a:lnTo>
                <a:lnTo>
                  <a:pt x="3986606" y="329802"/>
                </a:lnTo>
                <a:lnTo>
                  <a:pt x="4001009" y="380602"/>
                </a:lnTo>
                <a:lnTo>
                  <a:pt x="4014764" y="418702"/>
                </a:lnTo>
                <a:lnTo>
                  <a:pt x="4027864" y="456802"/>
                </a:lnTo>
                <a:lnTo>
                  <a:pt x="4040305" y="507602"/>
                </a:lnTo>
                <a:lnTo>
                  <a:pt x="4052081" y="545702"/>
                </a:lnTo>
                <a:lnTo>
                  <a:pt x="4063186" y="596502"/>
                </a:lnTo>
                <a:lnTo>
                  <a:pt x="4073614" y="634602"/>
                </a:lnTo>
                <a:lnTo>
                  <a:pt x="4083361" y="685402"/>
                </a:lnTo>
                <a:lnTo>
                  <a:pt x="4092421" y="723502"/>
                </a:lnTo>
                <a:lnTo>
                  <a:pt x="4100787" y="774302"/>
                </a:lnTo>
                <a:lnTo>
                  <a:pt x="4108455" y="812402"/>
                </a:lnTo>
                <a:lnTo>
                  <a:pt x="4115420" y="863202"/>
                </a:lnTo>
                <a:lnTo>
                  <a:pt x="4121674" y="914002"/>
                </a:lnTo>
                <a:lnTo>
                  <a:pt x="4127214" y="952102"/>
                </a:lnTo>
                <a:lnTo>
                  <a:pt x="4132033" y="1002902"/>
                </a:lnTo>
                <a:lnTo>
                  <a:pt x="4136125" y="1053702"/>
                </a:lnTo>
                <a:lnTo>
                  <a:pt x="4139486" y="1091802"/>
                </a:lnTo>
                <a:lnTo>
                  <a:pt x="4142110" y="1142602"/>
                </a:lnTo>
                <a:lnTo>
                  <a:pt x="4143991" y="1193402"/>
                </a:lnTo>
                <a:lnTo>
                  <a:pt x="4145124" y="1231502"/>
                </a:lnTo>
                <a:lnTo>
                  <a:pt x="4145503" y="1282302"/>
                </a:lnTo>
                <a:lnTo>
                  <a:pt x="4145124" y="1333102"/>
                </a:lnTo>
                <a:lnTo>
                  <a:pt x="4143991" y="1383902"/>
                </a:lnTo>
                <a:lnTo>
                  <a:pt x="4142110" y="1422002"/>
                </a:lnTo>
                <a:lnTo>
                  <a:pt x="4139486" y="1472802"/>
                </a:lnTo>
                <a:lnTo>
                  <a:pt x="4136125" y="1523602"/>
                </a:lnTo>
                <a:lnTo>
                  <a:pt x="4132033" y="1561702"/>
                </a:lnTo>
                <a:lnTo>
                  <a:pt x="4127214" y="1612502"/>
                </a:lnTo>
                <a:lnTo>
                  <a:pt x="4121674" y="1663302"/>
                </a:lnTo>
                <a:lnTo>
                  <a:pt x="4115420" y="1701402"/>
                </a:lnTo>
                <a:lnTo>
                  <a:pt x="4108455" y="1752202"/>
                </a:lnTo>
                <a:lnTo>
                  <a:pt x="4100787" y="1790302"/>
                </a:lnTo>
                <a:lnTo>
                  <a:pt x="4092421" y="1841102"/>
                </a:lnTo>
                <a:lnTo>
                  <a:pt x="4083361" y="1891902"/>
                </a:lnTo>
                <a:lnTo>
                  <a:pt x="4073614" y="1930002"/>
                </a:lnTo>
                <a:lnTo>
                  <a:pt x="4063186" y="1980802"/>
                </a:lnTo>
                <a:lnTo>
                  <a:pt x="4052081" y="2018902"/>
                </a:lnTo>
                <a:lnTo>
                  <a:pt x="4040305" y="2069702"/>
                </a:lnTo>
                <a:lnTo>
                  <a:pt x="4027864" y="2107802"/>
                </a:lnTo>
                <a:lnTo>
                  <a:pt x="4014764" y="2145902"/>
                </a:lnTo>
                <a:lnTo>
                  <a:pt x="4001009" y="2196702"/>
                </a:lnTo>
                <a:lnTo>
                  <a:pt x="3986606" y="2234802"/>
                </a:lnTo>
                <a:lnTo>
                  <a:pt x="3971560" y="2285602"/>
                </a:lnTo>
                <a:lnTo>
                  <a:pt x="3955876" y="2323702"/>
                </a:lnTo>
                <a:lnTo>
                  <a:pt x="3939561" y="2361802"/>
                </a:lnTo>
                <a:lnTo>
                  <a:pt x="3922619" y="2399902"/>
                </a:lnTo>
                <a:lnTo>
                  <a:pt x="3905056" y="2450702"/>
                </a:lnTo>
                <a:lnTo>
                  <a:pt x="3886878" y="2488802"/>
                </a:lnTo>
                <a:lnTo>
                  <a:pt x="3868090" y="2526902"/>
                </a:lnTo>
                <a:lnTo>
                  <a:pt x="3848698" y="2565002"/>
                </a:lnTo>
                <a:lnTo>
                  <a:pt x="3828707" y="2615802"/>
                </a:lnTo>
                <a:lnTo>
                  <a:pt x="3808123" y="2653902"/>
                </a:lnTo>
                <a:lnTo>
                  <a:pt x="3786952" y="2692002"/>
                </a:lnTo>
                <a:lnTo>
                  <a:pt x="3765199" y="2730102"/>
                </a:lnTo>
                <a:lnTo>
                  <a:pt x="3742869" y="2768202"/>
                </a:lnTo>
                <a:lnTo>
                  <a:pt x="3719968" y="2806302"/>
                </a:lnTo>
                <a:lnTo>
                  <a:pt x="3696501" y="2844402"/>
                </a:lnTo>
                <a:lnTo>
                  <a:pt x="3672475" y="2882502"/>
                </a:lnTo>
                <a:lnTo>
                  <a:pt x="3647895" y="2920602"/>
                </a:lnTo>
                <a:lnTo>
                  <a:pt x="3622766" y="2958702"/>
                </a:lnTo>
                <a:lnTo>
                  <a:pt x="3597093" y="2996802"/>
                </a:lnTo>
                <a:lnTo>
                  <a:pt x="3570883" y="3034902"/>
                </a:lnTo>
                <a:lnTo>
                  <a:pt x="3544141" y="3060302"/>
                </a:lnTo>
                <a:lnTo>
                  <a:pt x="3516872" y="3098402"/>
                </a:lnTo>
                <a:lnTo>
                  <a:pt x="3489082" y="3136502"/>
                </a:lnTo>
                <a:lnTo>
                  <a:pt x="3460776" y="3174602"/>
                </a:lnTo>
                <a:lnTo>
                  <a:pt x="3431961" y="3200002"/>
                </a:lnTo>
                <a:lnTo>
                  <a:pt x="3402641" y="3238102"/>
                </a:lnTo>
                <a:lnTo>
                  <a:pt x="3372822" y="3276202"/>
                </a:lnTo>
                <a:lnTo>
                  <a:pt x="3342510" y="3301602"/>
                </a:lnTo>
                <a:lnTo>
                  <a:pt x="3311710" y="3339702"/>
                </a:lnTo>
                <a:lnTo>
                  <a:pt x="3280428" y="3365102"/>
                </a:lnTo>
                <a:lnTo>
                  <a:pt x="3248669" y="3403202"/>
                </a:lnTo>
                <a:lnTo>
                  <a:pt x="3216439" y="3428602"/>
                </a:lnTo>
                <a:lnTo>
                  <a:pt x="3183743" y="3466702"/>
                </a:lnTo>
                <a:lnTo>
                  <a:pt x="3150587" y="3492102"/>
                </a:lnTo>
                <a:lnTo>
                  <a:pt x="3116977" y="3517502"/>
                </a:lnTo>
                <a:lnTo>
                  <a:pt x="3082918" y="3555602"/>
                </a:lnTo>
                <a:lnTo>
                  <a:pt x="3048415" y="3581002"/>
                </a:lnTo>
                <a:lnTo>
                  <a:pt x="2978101" y="3631802"/>
                </a:lnTo>
                <a:lnTo>
                  <a:pt x="2942301" y="3669902"/>
                </a:lnTo>
                <a:lnTo>
                  <a:pt x="2869443" y="3720702"/>
                </a:lnTo>
                <a:lnTo>
                  <a:pt x="2794944" y="3771502"/>
                </a:lnTo>
                <a:lnTo>
                  <a:pt x="2718849" y="3822302"/>
                </a:lnTo>
                <a:lnTo>
                  <a:pt x="2680217" y="3835002"/>
                </a:lnTo>
                <a:lnTo>
                  <a:pt x="2641202" y="3860402"/>
                </a:lnTo>
                <a:lnTo>
                  <a:pt x="2521918" y="3936602"/>
                </a:lnTo>
                <a:lnTo>
                  <a:pt x="2481428" y="3949302"/>
                </a:lnTo>
                <a:lnTo>
                  <a:pt x="2440584" y="3974702"/>
                </a:lnTo>
                <a:lnTo>
                  <a:pt x="2399391" y="3987402"/>
                </a:lnTo>
                <a:lnTo>
                  <a:pt x="2357854" y="4012802"/>
                </a:lnTo>
                <a:lnTo>
                  <a:pt x="2315979" y="4025502"/>
                </a:lnTo>
                <a:lnTo>
                  <a:pt x="2273771" y="4050902"/>
                </a:lnTo>
                <a:lnTo>
                  <a:pt x="2231236" y="4063602"/>
                </a:lnTo>
                <a:lnTo>
                  <a:pt x="2188380" y="4089002"/>
                </a:lnTo>
                <a:lnTo>
                  <a:pt x="1969470" y="4152502"/>
                </a:lnTo>
                <a:lnTo>
                  <a:pt x="1924801" y="4177902"/>
                </a:lnTo>
                <a:lnTo>
                  <a:pt x="1879849" y="4190602"/>
                </a:lnTo>
                <a:close/>
              </a:path>
              <a:path w="4145915" h="4292600">
                <a:moveTo>
                  <a:pt x="1651045" y="4241402"/>
                </a:moveTo>
                <a:lnTo>
                  <a:pt x="406354" y="4241402"/>
                </a:lnTo>
                <a:lnTo>
                  <a:pt x="222778" y="4190602"/>
                </a:lnTo>
                <a:lnTo>
                  <a:pt x="1834621" y="4190602"/>
                </a:lnTo>
                <a:lnTo>
                  <a:pt x="1651045" y="4241402"/>
                </a:lnTo>
                <a:close/>
              </a:path>
              <a:path w="4145915" h="4292600">
                <a:moveTo>
                  <a:pt x="1510725" y="4266802"/>
                </a:moveTo>
                <a:lnTo>
                  <a:pt x="546674" y="4266802"/>
                </a:lnTo>
                <a:lnTo>
                  <a:pt x="452885" y="4241402"/>
                </a:lnTo>
                <a:lnTo>
                  <a:pt x="1604514" y="4241402"/>
                </a:lnTo>
                <a:lnTo>
                  <a:pt x="1510725" y="4266802"/>
                </a:lnTo>
                <a:close/>
              </a:path>
              <a:path w="4145915" h="4292600">
                <a:moveTo>
                  <a:pt x="1416005" y="4279502"/>
                </a:moveTo>
                <a:lnTo>
                  <a:pt x="641394" y="4279502"/>
                </a:lnTo>
                <a:lnTo>
                  <a:pt x="593920" y="4266802"/>
                </a:lnTo>
                <a:lnTo>
                  <a:pt x="1463479" y="4266802"/>
                </a:lnTo>
                <a:lnTo>
                  <a:pt x="1416005" y="4279502"/>
                </a:lnTo>
                <a:close/>
              </a:path>
              <a:path w="4145915" h="4292600">
                <a:moveTo>
                  <a:pt x="1272276" y="4292202"/>
                </a:moveTo>
                <a:lnTo>
                  <a:pt x="785123" y="4292202"/>
                </a:lnTo>
                <a:lnTo>
                  <a:pt x="737001" y="4279502"/>
                </a:lnTo>
                <a:lnTo>
                  <a:pt x="1320398" y="4279502"/>
                </a:lnTo>
                <a:lnTo>
                  <a:pt x="1272276" y="4292202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5943600" y="138051"/>
            <a:ext cx="5125085" cy="8553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8175" baseline="-25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sz="8175" baseline="-254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5800" y="138051"/>
            <a:ext cx="15162187" cy="10391178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538480">
              <a:lnSpc>
                <a:spcPct val="100000"/>
              </a:lnSpc>
              <a:spcBef>
                <a:spcPts val="1165"/>
              </a:spcBef>
            </a:pPr>
            <a:endParaRPr lang="en-US" sz="3600" spc="-175" dirty="0">
              <a:solidFill>
                <a:srgbClr val="171A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5680" indent="-457200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Ø"/>
            </a:pPr>
            <a:r>
              <a:rPr sz="3400" spc="-175" dirty="0">
                <a:solidFill>
                  <a:srgbClr val="171A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400" spc="-185" dirty="0">
                <a:solidFill>
                  <a:srgbClr val="171A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spc="-10" dirty="0">
                <a:solidFill>
                  <a:srgbClr val="171A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4420" lvl="1" indent="-342900">
              <a:spcBef>
                <a:spcPts val="1145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breast cancer prediction tools present results only as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scores, probabilities, or general labels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“low risk”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“high risk.”</a:t>
            </a:r>
          </a:p>
          <a:p>
            <a:pPr marL="1074420" lvl="1" indent="-342900">
              <a:spcBef>
                <a:spcPts val="1145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outputs are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 accurate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often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confusing or meaningless to patients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for those with low health literacy or who rely more on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communication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</a:t>
            </a:r>
          </a:p>
          <a:p>
            <a:pPr marL="1074420" lvl="1" indent="-342900">
              <a:spcBef>
                <a:spcPts val="1145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provide any patient-specific images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could make the risk easier to interpret or personalize the outcome.</a:t>
            </a:r>
          </a:p>
          <a:p>
            <a:pPr marL="1074420" lvl="1" indent="-342900">
              <a:spcBef>
                <a:spcPts val="1145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automated report generation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limits their usefulness in clinical consultations and reduces the overall impact on preventive healthcare.</a:t>
            </a:r>
          </a:p>
          <a:p>
            <a:pPr marL="1074420" lvl="1" indent="-342900">
              <a:spcBef>
                <a:spcPts val="1145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patients often fail to take timely action, and healthcare providers face challenges in effectively communicating risk levels.</a:t>
            </a:r>
            <a:endParaRPr lang="en-US" sz="2300" spc="-80" dirty="0">
              <a:solidFill>
                <a:srgbClr val="171A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1520" lvl="1">
              <a:spcBef>
                <a:spcPts val="1145"/>
              </a:spcBef>
            </a:pPr>
            <a:endParaRPr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250" spc="-55" dirty="0">
                <a:solidFill>
                  <a:srgbClr val="171A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sz="3400" spc="-55" dirty="0">
                <a:solidFill>
                  <a:srgbClr val="171A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sz="3400" spc="-150" dirty="0">
                <a:solidFill>
                  <a:srgbClr val="171A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spc="-95" dirty="0">
                <a:solidFill>
                  <a:srgbClr val="171A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sz="3400" spc="-150" dirty="0">
                <a:solidFill>
                  <a:srgbClr val="171A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spc="740" dirty="0">
                <a:solidFill>
                  <a:srgbClr val="171A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400" spc="-155" dirty="0">
                <a:solidFill>
                  <a:srgbClr val="171A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solidFill>
                  <a:srgbClr val="171A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Risk2Image</a:t>
            </a: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2645" marR="626110" indent="-342900">
              <a:spcBef>
                <a:spcPts val="1475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breast cancer risk using patient-specific clinical and lifestyle data, producing accurate probability values (e.g., 0.98).</a:t>
            </a:r>
          </a:p>
          <a:p>
            <a:pPr marL="842645" marR="626110" indent="-342900">
              <a:spcBef>
                <a:spcPts val="1475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these probability scores into clear, descriptive interpretations that are easy for non-experts to understand.</a:t>
            </a:r>
          </a:p>
          <a:p>
            <a:pPr marL="842645" marR="626110" indent="-342900">
              <a:spcBef>
                <a:spcPts val="1475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personalized, mammogram-style or symbolic medical images through advanced generative AI models to visually represent risk levels.</a:t>
            </a:r>
          </a:p>
          <a:p>
            <a:pPr marL="842645" marR="626110" indent="-342900">
              <a:spcBef>
                <a:spcPts val="1475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Compilation of results into structured reports that integrate numerical risk scores, explanatory text, and AI-generated visuals.</a:t>
            </a: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116575" y="9681369"/>
            <a:ext cx="2832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b="1" spc="-25" dirty="0">
                <a:latin typeface="Calibri"/>
                <a:cs typeface="Calibri"/>
              </a:rPr>
              <a:t>03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AEF3A358-FD51-8E1C-D80A-4A9D6BA47070}"/>
              </a:ext>
            </a:extLst>
          </p:cNvPr>
          <p:cNvSpPr/>
          <p:nvPr/>
        </p:nvSpPr>
        <p:spPr>
          <a:xfrm rot="10800000">
            <a:off x="14128900" y="5986780"/>
            <a:ext cx="4145915" cy="4292600"/>
          </a:xfrm>
          <a:custGeom>
            <a:avLst/>
            <a:gdLst/>
            <a:ahLst/>
            <a:cxnLst/>
            <a:rect l="l" t="t" r="r" b="b"/>
            <a:pathLst>
              <a:path w="4145915" h="4292600">
                <a:moveTo>
                  <a:pt x="1879849" y="4190602"/>
                </a:moveTo>
                <a:lnTo>
                  <a:pt x="177550" y="4190602"/>
                </a:lnTo>
                <a:lnTo>
                  <a:pt x="132598" y="4177902"/>
                </a:lnTo>
                <a:lnTo>
                  <a:pt x="87929" y="4152502"/>
                </a:lnTo>
                <a:lnTo>
                  <a:pt x="0" y="4126996"/>
                </a:lnTo>
                <a:lnTo>
                  <a:pt x="0" y="0"/>
                </a:lnTo>
                <a:lnTo>
                  <a:pt x="3848900" y="0"/>
                </a:lnTo>
                <a:lnTo>
                  <a:pt x="3868090" y="37702"/>
                </a:lnTo>
                <a:lnTo>
                  <a:pt x="3886878" y="75802"/>
                </a:lnTo>
                <a:lnTo>
                  <a:pt x="3905056" y="126602"/>
                </a:lnTo>
                <a:lnTo>
                  <a:pt x="3922619" y="164702"/>
                </a:lnTo>
                <a:lnTo>
                  <a:pt x="3939561" y="202802"/>
                </a:lnTo>
                <a:lnTo>
                  <a:pt x="3955876" y="240902"/>
                </a:lnTo>
                <a:lnTo>
                  <a:pt x="3971560" y="291702"/>
                </a:lnTo>
                <a:lnTo>
                  <a:pt x="3986606" y="329802"/>
                </a:lnTo>
                <a:lnTo>
                  <a:pt x="4001009" y="380602"/>
                </a:lnTo>
                <a:lnTo>
                  <a:pt x="4014764" y="418702"/>
                </a:lnTo>
                <a:lnTo>
                  <a:pt x="4027864" y="456802"/>
                </a:lnTo>
                <a:lnTo>
                  <a:pt x="4040305" y="507602"/>
                </a:lnTo>
                <a:lnTo>
                  <a:pt x="4052081" y="545702"/>
                </a:lnTo>
                <a:lnTo>
                  <a:pt x="4063186" y="596502"/>
                </a:lnTo>
                <a:lnTo>
                  <a:pt x="4073614" y="634602"/>
                </a:lnTo>
                <a:lnTo>
                  <a:pt x="4083361" y="685402"/>
                </a:lnTo>
                <a:lnTo>
                  <a:pt x="4092421" y="723502"/>
                </a:lnTo>
                <a:lnTo>
                  <a:pt x="4100787" y="774302"/>
                </a:lnTo>
                <a:lnTo>
                  <a:pt x="4108455" y="812402"/>
                </a:lnTo>
                <a:lnTo>
                  <a:pt x="4115420" y="863202"/>
                </a:lnTo>
                <a:lnTo>
                  <a:pt x="4121674" y="914002"/>
                </a:lnTo>
                <a:lnTo>
                  <a:pt x="4127214" y="952102"/>
                </a:lnTo>
                <a:lnTo>
                  <a:pt x="4132033" y="1002902"/>
                </a:lnTo>
                <a:lnTo>
                  <a:pt x="4136125" y="1053702"/>
                </a:lnTo>
                <a:lnTo>
                  <a:pt x="4139486" y="1091802"/>
                </a:lnTo>
                <a:lnTo>
                  <a:pt x="4142110" y="1142602"/>
                </a:lnTo>
                <a:lnTo>
                  <a:pt x="4143991" y="1193402"/>
                </a:lnTo>
                <a:lnTo>
                  <a:pt x="4145124" y="1231502"/>
                </a:lnTo>
                <a:lnTo>
                  <a:pt x="4145503" y="1282302"/>
                </a:lnTo>
                <a:lnTo>
                  <a:pt x="4145124" y="1333102"/>
                </a:lnTo>
                <a:lnTo>
                  <a:pt x="4143991" y="1383902"/>
                </a:lnTo>
                <a:lnTo>
                  <a:pt x="4142110" y="1422002"/>
                </a:lnTo>
                <a:lnTo>
                  <a:pt x="4139486" y="1472802"/>
                </a:lnTo>
                <a:lnTo>
                  <a:pt x="4136125" y="1523602"/>
                </a:lnTo>
                <a:lnTo>
                  <a:pt x="4132033" y="1561702"/>
                </a:lnTo>
                <a:lnTo>
                  <a:pt x="4127214" y="1612502"/>
                </a:lnTo>
                <a:lnTo>
                  <a:pt x="4121674" y="1663302"/>
                </a:lnTo>
                <a:lnTo>
                  <a:pt x="4115420" y="1701402"/>
                </a:lnTo>
                <a:lnTo>
                  <a:pt x="4108455" y="1752202"/>
                </a:lnTo>
                <a:lnTo>
                  <a:pt x="4100787" y="1790302"/>
                </a:lnTo>
                <a:lnTo>
                  <a:pt x="4092421" y="1841102"/>
                </a:lnTo>
                <a:lnTo>
                  <a:pt x="4083361" y="1891902"/>
                </a:lnTo>
                <a:lnTo>
                  <a:pt x="4073614" y="1930002"/>
                </a:lnTo>
                <a:lnTo>
                  <a:pt x="4063186" y="1980802"/>
                </a:lnTo>
                <a:lnTo>
                  <a:pt x="4052081" y="2018902"/>
                </a:lnTo>
                <a:lnTo>
                  <a:pt x="4040305" y="2069702"/>
                </a:lnTo>
                <a:lnTo>
                  <a:pt x="4027864" y="2107802"/>
                </a:lnTo>
                <a:lnTo>
                  <a:pt x="4014764" y="2145902"/>
                </a:lnTo>
                <a:lnTo>
                  <a:pt x="4001009" y="2196702"/>
                </a:lnTo>
                <a:lnTo>
                  <a:pt x="3986606" y="2234802"/>
                </a:lnTo>
                <a:lnTo>
                  <a:pt x="3971560" y="2285602"/>
                </a:lnTo>
                <a:lnTo>
                  <a:pt x="3955876" y="2323702"/>
                </a:lnTo>
                <a:lnTo>
                  <a:pt x="3939561" y="2361802"/>
                </a:lnTo>
                <a:lnTo>
                  <a:pt x="3922619" y="2399902"/>
                </a:lnTo>
                <a:lnTo>
                  <a:pt x="3905056" y="2450702"/>
                </a:lnTo>
                <a:lnTo>
                  <a:pt x="3886878" y="2488802"/>
                </a:lnTo>
                <a:lnTo>
                  <a:pt x="3868090" y="2526902"/>
                </a:lnTo>
                <a:lnTo>
                  <a:pt x="3848698" y="2565002"/>
                </a:lnTo>
                <a:lnTo>
                  <a:pt x="3828707" y="2615802"/>
                </a:lnTo>
                <a:lnTo>
                  <a:pt x="3808123" y="2653902"/>
                </a:lnTo>
                <a:lnTo>
                  <a:pt x="3786952" y="2692002"/>
                </a:lnTo>
                <a:lnTo>
                  <a:pt x="3765199" y="2730102"/>
                </a:lnTo>
                <a:lnTo>
                  <a:pt x="3742869" y="2768202"/>
                </a:lnTo>
                <a:lnTo>
                  <a:pt x="3719968" y="2806302"/>
                </a:lnTo>
                <a:lnTo>
                  <a:pt x="3696501" y="2844402"/>
                </a:lnTo>
                <a:lnTo>
                  <a:pt x="3672475" y="2882502"/>
                </a:lnTo>
                <a:lnTo>
                  <a:pt x="3647895" y="2920602"/>
                </a:lnTo>
                <a:lnTo>
                  <a:pt x="3622766" y="2958702"/>
                </a:lnTo>
                <a:lnTo>
                  <a:pt x="3597093" y="2996802"/>
                </a:lnTo>
                <a:lnTo>
                  <a:pt x="3570883" y="3034902"/>
                </a:lnTo>
                <a:lnTo>
                  <a:pt x="3544141" y="3060302"/>
                </a:lnTo>
                <a:lnTo>
                  <a:pt x="3516872" y="3098402"/>
                </a:lnTo>
                <a:lnTo>
                  <a:pt x="3489082" y="3136502"/>
                </a:lnTo>
                <a:lnTo>
                  <a:pt x="3460776" y="3174602"/>
                </a:lnTo>
                <a:lnTo>
                  <a:pt x="3431961" y="3200002"/>
                </a:lnTo>
                <a:lnTo>
                  <a:pt x="3402641" y="3238102"/>
                </a:lnTo>
                <a:lnTo>
                  <a:pt x="3372822" y="3276202"/>
                </a:lnTo>
                <a:lnTo>
                  <a:pt x="3342510" y="3301602"/>
                </a:lnTo>
                <a:lnTo>
                  <a:pt x="3311710" y="3339702"/>
                </a:lnTo>
                <a:lnTo>
                  <a:pt x="3280428" y="3365102"/>
                </a:lnTo>
                <a:lnTo>
                  <a:pt x="3248669" y="3403202"/>
                </a:lnTo>
                <a:lnTo>
                  <a:pt x="3216439" y="3428602"/>
                </a:lnTo>
                <a:lnTo>
                  <a:pt x="3183743" y="3466702"/>
                </a:lnTo>
                <a:lnTo>
                  <a:pt x="3150587" y="3492102"/>
                </a:lnTo>
                <a:lnTo>
                  <a:pt x="3116977" y="3517502"/>
                </a:lnTo>
                <a:lnTo>
                  <a:pt x="3082918" y="3555602"/>
                </a:lnTo>
                <a:lnTo>
                  <a:pt x="3048415" y="3581002"/>
                </a:lnTo>
                <a:lnTo>
                  <a:pt x="2978101" y="3631802"/>
                </a:lnTo>
                <a:lnTo>
                  <a:pt x="2942301" y="3669902"/>
                </a:lnTo>
                <a:lnTo>
                  <a:pt x="2869443" y="3720702"/>
                </a:lnTo>
                <a:lnTo>
                  <a:pt x="2794944" y="3771502"/>
                </a:lnTo>
                <a:lnTo>
                  <a:pt x="2718849" y="3822302"/>
                </a:lnTo>
                <a:lnTo>
                  <a:pt x="2680217" y="3835002"/>
                </a:lnTo>
                <a:lnTo>
                  <a:pt x="2641202" y="3860402"/>
                </a:lnTo>
                <a:lnTo>
                  <a:pt x="2521918" y="3936602"/>
                </a:lnTo>
                <a:lnTo>
                  <a:pt x="2481428" y="3949302"/>
                </a:lnTo>
                <a:lnTo>
                  <a:pt x="2440584" y="3974702"/>
                </a:lnTo>
                <a:lnTo>
                  <a:pt x="2399391" y="3987402"/>
                </a:lnTo>
                <a:lnTo>
                  <a:pt x="2357854" y="4012802"/>
                </a:lnTo>
                <a:lnTo>
                  <a:pt x="2315979" y="4025502"/>
                </a:lnTo>
                <a:lnTo>
                  <a:pt x="2273771" y="4050902"/>
                </a:lnTo>
                <a:lnTo>
                  <a:pt x="2231236" y="4063602"/>
                </a:lnTo>
                <a:lnTo>
                  <a:pt x="2188380" y="4089002"/>
                </a:lnTo>
                <a:lnTo>
                  <a:pt x="1969470" y="4152502"/>
                </a:lnTo>
                <a:lnTo>
                  <a:pt x="1924801" y="4177902"/>
                </a:lnTo>
                <a:lnTo>
                  <a:pt x="1879849" y="4190602"/>
                </a:lnTo>
                <a:close/>
              </a:path>
              <a:path w="4145915" h="4292600">
                <a:moveTo>
                  <a:pt x="1651045" y="4241402"/>
                </a:moveTo>
                <a:lnTo>
                  <a:pt x="406354" y="4241402"/>
                </a:lnTo>
                <a:lnTo>
                  <a:pt x="222778" y="4190602"/>
                </a:lnTo>
                <a:lnTo>
                  <a:pt x="1834621" y="4190602"/>
                </a:lnTo>
                <a:lnTo>
                  <a:pt x="1651045" y="4241402"/>
                </a:lnTo>
                <a:close/>
              </a:path>
              <a:path w="4145915" h="4292600">
                <a:moveTo>
                  <a:pt x="1510725" y="4266802"/>
                </a:moveTo>
                <a:lnTo>
                  <a:pt x="546674" y="4266802"/>
                </a:lnTo>
                <a:lnTo>
                  <a:pt x="452885" y="4241402"/>
                </a:lnTo>
                <a:lnTo>
                  <a:pt x="1604514" y="4241402"/>
                </a:lnTo>
                <a:lnTo>
                  <a:pt x="1510725" y="4266802"/>
                </a:lnTo>
                <a:close/>
              </a:path>
              <a:path w="4145915" h="4292600">
                <a:moveTo>
                  <a:pt x="1416005" y="4279502"/>
                </a:moveTo>
                <a:lnTo>
                  <a:pt x="641394" y="4279502"/>
                </a:lnTo>
                <a:lnTo>
                  <a:pt x="593920" y="4266802"/>
                </a:lnTo>
                <a:lnTo>
                  <a:pt x="1463479" y="4266802"/>
                </a:lnTo>
                <a:lnTo>
                  <a:pt x="1416005" y="4279502"/>
                </a:lnTo>
                <a:close/>
              </a:path>
              <a:path w="4145915" h="4292600">
                <a:moveTo>
                  <a:pt x="1272276" y="4292202"/>
                </a:moveTo>
                <a:lnTo>
                  <a:pt x="785123" y="4292202"/>
                </a:lnTo>
                <a:lnTo>
                  <a:pt x="737001" y="4279502"/>
                </a:lnTo>
                <a:lnTo>
                  <a:pt x="1320398" y="4279502"/>
                </a:lnTo>
                <a:lnTo>
                  <a:pt x="1272276" y="4292202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7BB0491-A99B-BB7D-20C5-00BAFFEBC4D6}"/>
              </a:ext>
            </a:extLst>
          </p:cNvPr>
          <p:cNvSpPr/>
          <p:nvPr/>
        </p:nvSpPr>
        <p:spPr>
          <a:xfrm>
            <a:off x="0" y="-28247"/>
            <a:ext cx="4145915" cy="4292600"/>
          </a:xfrm>
          <a:custGeom>
            <a:avLst/>
            <a:gdLst/>
            <a:ahLst/>
            <a:cxnLst/>
            <a:rect l="l" t="t" r="r" b="b"/>
            <a:pathLst>
              <a:path w="4145915" h="4292600">
                <a:moveTo>
                  <a:pt x="1879849" y="4190602"/>
                </a:moveTo>
                <a:lnTo>
                  <a:pt x="177550" y="4190602"/>
                </a:lnTo>
                <a:lnTo>
                  <a:pt x="132598" y="4177902"/>
                </a:lnTo>
                <a:lnTo>
                  <a:pt x="87929" y="4152502"/>
                </a:lnTo>
                <a:lnTo>
                  <a:pt x="0" y="4126996"/>
                </a:lnTo>
                <a:lnTo>
                  <a:pt x="0" y="0"/>
                </a:lnTo>
                <a:lnTo>
                  <a:pt x="3848900" y="0"/>
                </a:lnTo>
                <a:lnTo>
                  <a:pt x="3868090" y="37702"/>
                </a:lnTo>
                <a:lnTo>
                  <a:pt x="3886878" y="75802"/>
                </a:lnTo>
                <a:lnTo>
                  <a:pt x="3905056" y="126602"/>
                </a:lnTo>
                <a:lnTo>
                  <a:pt x="3922619" y="164702"/>
                </a:lnTo>
                <a:lnTo>
                  <a:pt x="3939561" y="202802"/>
                </a:lnTo>
                <a:lnTo>
                  <a:pt x="3955876" y="240902"/>
                </a:lnTo>
                <a:lnTo>
                  <a:pt x="3971560" y="291702"/>
                </a:lnTo>
                <a:lnTo>
                  <a:pt x="3986606" y="329802"/>
                </a:lnTo>
                <a:lnTo>
                  <a:pt x="4001009" y="380602"/>
                </a:lnTo>
                <a:lnTo>
                  <a:pt x="4014764" y="418702"/>
                </a:lnTo>
                <a:lnTo>
                  <a:pt x="4027864" y="456802"/>
                </a:lnTo>
                <a:lnTo>
                  <a:pt x="4040305" y="507602"/>
                </a:lnTo>
                <a:lnTo>
                  <a:pt x="4052081" y="545702"/>
                </a:lnTo>
                <a:lnTo>
                  <a:pt x="4063186" y="596502"/>
                </a:lnTo>
                <a:lnTo>
                  <a:pt x="4073614" y="634602"/>
                </a:lnTo>
                <a:lnTo>
                  <a:pt x="4083361" y="685402"/>
                </a:lnTo>
                <a:lnTo>
                  <a:pt x="4092421" y="723502"/>
                </a:lnTo>
                <a:lnTo>
                  <a:pt x="4100787" y="774302"/>
                </a:lnTo>
                <a:lnTo>
                  <a:pt x="4108455" y="812402"/>
                </a:lnTo>
                <a:lnTo>
                  <a:pt x="4115420" y="863202"/>
                </a:lnTo>
                <a:lnTo>
                  <a:pt x="4121674" y="914002"/>
                </a:lnTo>
                <a:lnTo>
                  <a:pt x="4127214" y="952102"/>
                </a:lnTo>
                <a:lnTo>
                  <a:pt x="4132033" y="1002902"/>
                </a:lnTo>
                <a:lnTo>
                  <a:pt x="4136125" y="1053702"/>
                </a:lnTo>
                <a:lnTo>
                  <a:pt x="4139486" y="1091802"/>
                </a:lnTo>
                <a:lnTo>
                  <a:pt x="4142110" y="1142602"/>
                </a:lnTo>
                <a:lnTo>
                  <a:pt x="4143991" y="1193402"/>
                </a:lnTo>
                <a:lnTo>
                  <a:pt x="4145124" y="1231502"/>
                </a:lnTo>
                <a:lnTo>
                  <a:pt x="4145503" y="1282302"/>
                </a:lnTo>
                <a:lnTo>
                  <a:pt x="4145124" y="1333102"/>
                </a:lnTo>
                <a:lnTo>
                  <a:pt x="4143991" y="1383902"/>
                </a:lnTo>
                <a:lnTo>
                  <a:pt x="4142110" y="1422002"/>
                </a:lnTo>
                <a:lnTo>
                  <a:pt x="4139486" y="1472802"/>
                </a:lnTo>
                <a:lnTo>
                  <a:pt x="4136125" y="1523602"/>
                </a:lnTo>
                <a:lnTo>
                  <a:pt x="4132033" y="1561702"/>
                </a:lnTo>
                <a:lnTo>
                  <a:pt x="4127214" y="1612502"/>
                </a:lnTo>
                <a:lnTo>
                  <a:pt x="4121674" y="1663302"/>
                </a:lnTo>
                <a:lnTo>
                  <a:pt x="4115420" y="1701402"/>
                </a:lnTo>
                <a:lnTo>
                  <a:pt x="4108455" y="1752202"/>
                </a:lnTo>
                <a:lnTo>
                  <a:pt x="4100787" y="1790302"/>
                </a:lnTo>
                <a:lnTo>
                  <a:pt x="4092421" y="1841102"/>
                </a:lnTo>
                <a:lnTo>
                  <a:pt x="4083361" y="1891902"/>
                </a:lnTo>
                <a:lnTo>
                  <a:pt x="4073614" y="1930002"/>
                </a:lnTo>
                <a:lnTo>
                  <a:pt x="4063186" y="1980802"/>
                </a:lnTo>
                <a:lnTo>
                  <a:pt x="4052081" y="2018902"/>
                </a:lnTo>
                <a:lnTo>
                  <a:pt x="4040305" y="2069702"/>
                </a:lnTo>
                <a:lnTo>
                  <a:pt x="4027864" y="2107802"/>
                </a:lnTo>
                <a:lnTo>
                  <a:pt x="4014764" y="2145902"/>
                </a:lnTo>
                <a:lnTo>
                  <a:pt x="4001009" y="2196702"/>
                </a:lnTo>
                <a:lnTo>
                  <a:pt x="3986606" y="2234802"/>
                </a:lnTo>
                <a:lnTo>
                  <a:pt x="3971560" y="2285602"/>
                </a:lnTo>
                <a:lnTo>
                  <a:pt x="3955876" y="2323702"/>
                </a:lnTo>
                <a:lnTo>
                  <a:pt x="3939561" y="2361802"/>
                </a:lnTo>
                <a:lnTo>
                  <a:pt x="3922619" y="2399902"/>
                </a:lnTo>
                <a:lnTo>
                  <a:pt x="3905056" y="2450702"/>
                </a:lnTo>
                <a:lnTo>
                  <a:pt x="3886878" y="2488802"/>
                </a:lnTo>
                <a:lnTo>
                  <a:pt x="3868090" y="2526902"/>
                </a:lnTo>
                <a:lnTo>
                  <a:pt x="3848698" y="2565002"/>
                </a:lnTo>
                <a:lnTo>
                  <a:pt x="3828707" y="2615802"/>
                </a:lnTo>
                <a:lnTo>
                  <a:pt x="3808123" y="2653902"/>
                </a:lnTo>
                <a:lnTo>
                  <a:pt x="3786952" y="2692002"/>
                </a:lnTo>
                <a:lnTo>
                  <a:pt x="3765199" y="2730102"/>
                </a:lnTo>
                <a:lnTo>
                  <a:pt x="3742869" y="2768202"/>
                </a:lnTo>
                <a:lnTo>
                  <a:pt x="3719968" y="2806302"/>
                </a:lnTo>
                <a:lnTo>
                  <a:pt x="3696501" y="2844402"/>
                </a:lnTo>
                <a:lnTo>
                  <a:pt x="3672475" y="2882502"/>
                </a:lnTo>
                <a:lnTo>
                  <a:pt x="3647895" y="2920602"/>
                </a:lnTo>
                <a:lnTo>
                  <a:pt x="3622766" y="2958702"/>
                </a:lnTo>
                <a:lnTo>
                  <a:pt x="3597093" y="2996802"/>
                </a:lnTo>
                <a:lnTo>
                  <a:pt x="3570883" y="3034902"/>
                </a:lnTo>
                <a:lnTo>
                  <a:pt x="3544141" y="3060302"/>
                </a:lnTo>
                <a:lnTo>
                  <a:pt x="3516872" y="3098402"/>
                </a:lnTo>
                <a:lnTo>
                  <a:pt x="3489082" y="3136502"/>
                </a:lnTo>
                <a:lnTo>
                  <a:pt x="3460776" y="3174602"/>
                </a:lnTo>
                <a:lnTo>
                  <a:pt x="3431961" y="3200002"/>
                </a:lnTo>
                <a:lnTo>
                  <a:pt x="3402641" y="3238102"/>
                </a:lnTo>
                <a:lnTo>
                  <a:pt x="3372822" y="3276202"/>
                </a:lnTo>
                <a:lnTo>
                  <a:pt x="3342510" y="3301602"/>
                </a:lnTo>
                <a:lnTo>
                  <a:pt x="3311710" y="3339702"/>
                </a:lnTo>
                <a:lnTo>
                  <a:pt x="3280428" y="3365102"/>
                </a:lnTo>
                <a:lnTo>
                  <a:pt x="3248669" y="3403202"/>
                </a:lnTo>
                <a:lnTo>
                  <a:pt x="3216439" y="3428602"/>
                </a:lnTo>
                <a:lnTo>
                  <a:pt x="3183743" y="3466702"/>
                </a:lnTo>
                <a:lnTo>
                  <a:pt x="3150587" y="3492102"/>
                </a:lnTo>
                <a:lnTo>
                  <a:pt x="3116977" y="3517502"/>
                </a:lnTo>
                <a:lnTo>
                  <a:pt x="3082918" y="3555602"/>
                </a:lnTo>
                <a:lnTo>
                  <a:pt x="3048415" y="3581002"/>
                </a:lnTo>
                <a:lnTo>
                  <a:pt x="2978101" y="3631802"/>
                </a:lnTo>
                <a:lnTo>
                  <a:pt x="2942301" y="3669902"/>
                </a:lnTo>
                <a:lnTo>
                  <a:pt x="2869443" y="3720702"/>
                </a:lnTo>
                <a:lnTo>
                  <a:pt x="2794944" y="3771502"/>
                </a:lnTo>
                <a:lnTo>
                  <a:pt x="2718849" y="3822302"/>
                </a:lnTo>
                <a:lnTo>
                  <a:pt x="2680217" y="3835002"/>
                </a:lnTo>
                <a:lnTo>
                  <a:pt x="2641202" y="3860402"/>
                </a:lnTo>
                <a:lnTo>
                  <a:pt x="2521918" y="3936602"/>
                </a:lnTo>
                <a:lnTo>
                  <a:pt x="2481428" y="3949302"/>
                </a:lnTo>
                <a:lnTo>
                  <a:pt x="2440584" y="3974702"/>
                </a:lnTo>
                <a:lnTo>
                  <a:pt x="2399391" y="3987402"/>
                </a:lnTo>
                <a:lnTo>
                  <a:pt x="2357854" y="4012802"/>
                </a:lnTo>
                <a:lnTo>
                  <a:pt x="2315979" y="4025502"/>
                </a:lnTo>
                <a:lnTo>
                  <a:pt x="2273771" y="4050902"/>
                </a:lnTo>
                <a:lnTo>
                  <a:pt x="2231236" y="4063602"/>
                </a:lnTo>
                <a:lnTo>
                  <a:pt x="2188380" y="4089002"/>
                </a:lnTo>
                <a:lnTo>
                  <a:pt x="1969470" y="4152502"/>
                </a:lnTo>
                <a:lnTo>
                  <a:pt x="1924801" y="4177902"/>
                </a:lnTo>
                <a:lnTo>
                  <a:pt x="1879849" y="4190602"/>
                </a:lnTo>
                <a:close/>
              </a:path>
              <a:path w="4145915" h="4292600">
                <a:moveTo>
                  <a:pt x="1651045" y="4241402"/>
                </a:moveTo>
                <a:lnTo>
                  <a:pt x="406354" y="4241402"/>
                </a:lnTo>
                <a:lnTo>
                  <a:pt x="222778" y="4190602"/>
                </a:lnTo>
                <a:lnTo>
                  <a:pt x="1834621" y="4190602"/>
                </a:lnTo>
                <a:lnTo>
                  <a:pt x="1651045" y="4241402"/>
                </a:lnTo>
                <a:close/>
              </a:path>
              <a:path w="4145915" h="4292600">
                <a:moveTo>
                  <a:pt x="1510725" y="4266802"/>
                </a:moveTo>
                <a:lnTo>
                  <a:pt x="546674" y="4266802"/>
                </a:lnTo>
                <a:lnTo>
                  <a:pt x="452885" y="4241402"/>
                </a:lnTo>
                <a:lnTo>
                  <a:pt x="1604514" y="4241402"/>
                </a:lnTo>
                <a:lnTo>
                  <a:pt x="1510725" y="4266802"/>
                </a:lnTo>
                <a:close/>
              </a:path>
              <a:path w="4145915" h="4292600">
                <a:moveTo>
                  <a:pt x="1416005" y="4279502"/>
                </a:moveTo>
                <a:lnTo>
                  <a:pt x="641394" y="4279502"/>
                </a:lnTo>
                <a:lnTo>
                  <a:pt x="593920" y="4266802"/>
                </a:lnTo>
                <a:lnTo>
                  <a:pt x="1463479" y="4266802"/>
                </a:lnTo>
                <a:lnTo>
                  <a:pt x="1416005" y="4279502"/>
                </a:lnTo>
                <a:close/>
              </a:path>
              <a:path w="4145915" h="4292600">
                <a:moveTo>
                  <a:pt x="1272276" y="4292202"/>
                </a:moveTo>
                <a:lnTo>
                  <a:pt x="785123" y="4292202"/>
                </a:lnTo>
                <a:lnTo>
                  <a:pt x="737001" y="4279502"/>
                </a:lnTo>
                <a:lnTo>
                  <a:pt x="1320398" y="4279502"/>
                </a:lnTo>
                <a:lnTo>
                  <a:pt x="1272276" y="4292202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8749C-4354-6D3C-2E8B-D5BB11AE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9" y="342900"/>
            <a:ext cx="15773400" cy="8620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7A25C6-0EF1-E44F-190A-431D8068A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811849"/>
              </p:ext>
            </p:extLst>
          </p:nvPr>
        </p:nvGraphicFramePr>
        <p:xfrm>
          <a:off x="1638299" y="1409701"/>
          <a:ext cx="15011401" cy="86988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2712">
                  <a:extLst>
                    <a:ext uri="{9D8B030D-6E8A-4147-A177-3AD203B41FA5}">
                      <a16:colId xmlns:a16="http://schemas.microsoft.com/office/drawing/2014/main" val="1434338089"/>
                    </a:ext>
                  </a:extLst>
                </a:gridCol>
                <a:gridCol w="3426132">
                  <a:extLst>
                    <a:ext uri="{9D8B030D-6E8A-4147-A177-3AD203B41FA5}">
                      <a16:colId xmlns:a16="http://schemas.microsoft.com/office/drawing/2014/main" val="3374650656"/>
                    </a:ext>
                  </a:extLst>
                </a:gridCol>
                <a:gridCol w="3076640">
                  <a:extLst>
                    <a:ext uri="{9D8B030D-6E8A-4147-A177-3AD203B41FA5}">
                      <a16:colId xmlns:a16="http://schemas.microsoft.com/office/drawing/2014/main" val="2327176712"/>
                    </a:ext>
                  </a:extLst>
                </a:gridCol>
                <a:gridCol w="3247667">
                  <a:extLst>
                    <a:ext uri="{9D8B030D-6E8A-4147-A177-3AD203B41FA5}">
                      <a16:colId xmlns:a16="http://schemas.microsoft.com/office/drawing/2014/main" val="1716943624"/>
                    </a:ext>
                  </a:extLst>
                </a:gridCol>
                <a:gridCol w="3688250">
                  <a:extLst>
                    <a:ext uri="{9D8B030D-6E8A-4147-A177-3AD203B41FA5}">
                      <a16:colId xmlns:a16="http://schemas.microsoft.com/office/drawing/2014/main" val="4052601970"/>
                    </a:ext>
                  </a:extLst>
                </a:gridCol>
              </a:tblGrid>
              <a:tr h="11097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Does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1732436"/>
                  </a:ext>
                </a:extLst>
              </a:tr>
              <a:tr h="12514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Breast Cancer using Machine Learning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 Random Forest, KNN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breast cancer from structured data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image output or visualization; purely predictive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33195055"/>
                  </a:ext>
                </a:extLst>
              </a:tr>
              <a:tr h="11510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Breast Cancer Diagnosis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on histopathology images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Diagnoses cancer from biopsy images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medical images as input; no risk prediction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6471823"/>
                  </a:ext>
                </a:extLst>
              </a:tr>
              <a:tr h="1059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 for Medical Imaging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Grad-CAM with CNNs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heatmaps to explain predictions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applicable for image input, not risk visualization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8696685"/>
                  </a:ext>
                </a:extLst>
              </a:tr>
              <a:tr h="95834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Breast Cancer Prediction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text and image features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accuracy by fusing data sources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visualize outcomes for patient understanding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3951712"/>
                  </a:ext>
                </a:extLst>
              </a:tr>
              <a:tr h="14605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Breast Cancer Risk Estimation with ML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 + Genetic data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5-year risk of cancer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Textual result only; lacks engagement and interpretability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6728390"/>
                  </a:ext>
                </a:extLst>
              </a:tr>
              <a:tr h="17079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 Adversarial Networks in Healthcare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GANs for medical image synthesis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synthetic medical images for training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tied to patient-specific risk; no predictive link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9698436"/>
                  </a:ext>
                </a:extLst>
              </a:tr>
            </a:tbl>
          </a:graphicData>
        </a:graphic>
      </p:graphicFrame>
      <p:sp>
        <p:nvSpPr>
          <p:cNvPr id="13" name="object 35">
            <a:extLst>
              <a:ext uri="{FF2B5EF4-FFF2-40B4-BE49-F238E27FC236}">
                <a16:creationId xmlns:a16="http://schemas.microsoft.com/office/drawing/2014/main" id="{26C33604-9FA0-B2B8-BADE-22C4577DE62B}"/>
              </a:ext>
            </a:extLst>
          </p:cNvPr>
          <p:cNvSpPr txBox="1"/>
          <p:nvPr/>
        </p:nvSpPr>
        <p:spPr>
          <a:xfrm>
            <a:off x="17116575" y="9681369"/>
            <a:ext cx="28321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lang="en-IN" sz="2000" b="1" spc="-25" dirty="0">
                <a:latin typeface="Calibri"/>
                <a:cs typeface="Calibri"/>
              </a:rPr>
              <a:t>04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439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2E99DD93-6B34-7E90-4B97-93FC5FD51A21}"/>
              </a:ext>
            </a:extLst>
          </p:cNvPr>
          <p:cNvSpPr/>
          <p:nvPr/>
        </p:nvSpPr>
        <p:spPr>
          <a:xfrm rot="10800000">
            <a:off x="14128900" y="5986780"/>
            <a:ext cx="4145915" cy="4292600"/>
          </a:xfrm>
          <a:custGeom>
            <a:avLst/>
            <a:gdLst/>
            <a:ahLst/>
            <a:cxnLst/>
            <a:rect l="l" t="t" r="r" b="b"/>
            <a:pathLst>
              <a:path w="4145915" h="4292600">
                <a:moveTo>
                  <a:pt x="1879849" y="4190602"/>
                </a:moveTo>
                <a:lnTo>
                  <a:pt x="177550" y="4190602"/>
                </a:lnTo>
                <a:lnTo>
                  <a:pt x="132598" y="4177902"/>
                </a:lnTo>
                <a:lnTo>
                  <a:pt x="87929" y="4152502"/>
                </a:lnTo>
                <a:lnTo>
                  <a:pt x="0" y="4126996"/>
                </a:lnTo>
                <a:lnTo>
                  <a:pt x="0" y="0"/>
                </a:lnTo>
                <a:lnTo>
                  <a:pt x="3848900" y="0"/>
                </a:lnTo>
                <a:lnTo>
                  <a:pt x="3868090" y="37702"/>
                </a:lnTo>
                <a:lnTo>
                  <a:pt x="3886878" y="75802"/>
                </a:lnTo>
                <a:lnTo>
                  <a:pt x="3905056" y="126602"/>
                </a:lnTo>
                <a:lnTo>
                  <a:pt x="3922619" y="164702"/>
                </a:lnTo>
                <a:lnTo>
                  <a:pt x="3939561" y="202802"/>
                </a:lnTo>
                <a:lnTo>
                  <a:pt x="3955876" y="240902"/>
                </a:lnTo>
                <a:lnTo>
                  <a:pt x="3971560" y="291702"/>
                </a:lnTo>
                <a:lnTo>
                  <a:pt x="3986606" y="329802"/>
                </a:lnTo>
                <a:lnTo>
                  <a:pt x="4001009" y="380602"/>
                </a:lnTo>
                <a:lnTo>
                  <a:pt x="4014764" y="418702"/>
                </a:lnTo>
                <a:lnTo>
                  <a:pt x="4027864" y="456802"/>
                </a:lnTo>
                <a:lnTo>
                  <a:pt x="4040305" y="507602"/>
                </a:lnTo>
                <a:lnTo>
                  <a:pt x="4052081" y="545702"/>
                </a:lnTo>
                <a:lnTo>
                  <a:pt x="4063186" y="596502"/>
                </a:lnTo>
                <a:lnTo>
                  <a:pt x="4073614" y="634602"/>
                </a:lnTo>
                <a:lnTo>
                  <a:pt x="4083361" y="685402"/>
                </a:lnTo>
                <a:lnTo>
                  <a:pt x="4092421" y="723502"/>
                </a:lnTo>
                <a:lnTo>
                  <a:pt x="4100787" y="774302"/>
                </a:lnTo>
                <a:lnTo>
                  <a:pt x="4108455" y="812402"/>
                </a:lnTo>
                <a:lnTo>
                  <a:pt x="4115420" y="863202"/>
                </a:lnTo>
                <a:lnTo>
                  <a:pt x="4121674" y="914002"/>
                </a:lnTo>
                <a:lnTo>
                  <a:pt x="4127214" y="952102"/>
                </a:lnTo>
                <a:lnTo>
                  <a:pt x="4132033" y="1002902"/>
                </a:lnTo>
                <a:lnTo>
                  <a:pt x="4136125" y="1053702"/>
                </a:lnTo>
                <a:lnTo>
                  <a:pt x="4139486" y="1091802"/>
                </a:lnTo>
                <a:lnTo>
                  <a:pt x="4142110" y="1142602"/>
                </a:lnTo>
                <a:lnTo>
                  <a:pt x="4143991" y="1193402"/>
                </a:lnTo>
                <a:lnTo>
                  <a:pt x="4145124" y="1231502"/>
                </a:lnTo>
                <a:lnTo>
                  <a:pt x="4145503" y="1282302"/>
                </a:lnTo>
                <a:lnTo>
                  <a:pt x="4145124" y="1333102"/>
                </a:lnTo>
                <a:lnTo>
                  <a:pt x="4143991" y="1383902"/>
                </a:lnTo>
                <a:lnTo>
                  <a:pt x="4142110" y="1422002"/>
                </a:lnTo>
                <a:lnTo>
                  <a:pt x="4139486" y="1472802"/>
                </a:lnTo>
                <a:lnTo>
                  <a:pt x="4136125" y="1523602"/>
                </a:lnTo>
                <a:lnTo>
                  <a:pt x="4132033" y="1561702"/>
                </a:lnTo>
                <a:lnTo>
                  <a:pt x="4127214" y="1612502"/>
                </a:lnTo>
                <a:lnTo>
                  <a:pt x="4121674" y="1663302"/>
                </a:lnTo>
                <a:lnTo>
                  <a:pt x="4115420" y="1701402"/>
                </a:lnTo>
                <a:lnTo>
                  <a:pt x="4108455" y="1752202"/>
                </a:lnTo>
                <a:lnTo>
                  <a:pt x="4100787" y="1790302"/>
                </a:lnTo>
                <a:lnTo>
                  <a:pt x="4092421" y="1841102"/>
                </a:lnTo>
                <a:lnTo>
                  <a:pt x="4083361" y="1891902"/>
                </a:lnTo>
                <a:lnTo>
                  <a:pt x="4073614" y="1930002"/>
                </a:lnTo>
                <a:lnTo>
                  <a:pt x="4063186" y="1980802"/>
                </a:lnTo>
                <a:lnTo>
                  <a:pt x="4052081" y="2018902"/>
                </a:lnTo>
                <a:lnTo>
                  <a:pt x="4040305" y="2069702"/>
                </a:lnTo>
                <a:lnTo>
                  <a:pt x="4027864" y="2107802"/>
                </a:lnTo>
                <a:lnTo>
                  <a:pt x="4014764" y="2145902"/>
                </a:lnTo>
                <a:lnTo>
                  <a:pt x="4001009" y="2196702"/>
                </a:lnTo>
                <a:lnTo>
                  <a:pt x="3986606" y="2234802"/>
                </a:lnTo>
                <a:lnTo>
                  <a:pt x="3971560" y="2285602"/>
                </a:lnTo>
                <a:lnTo>
                  <a:pt x="3955876" y="2323702"/>
                </a:lnTo>
                <a:lnTo>
                  <a:pt x="3939561" y="2361802"/>
                </a:lnTo>
                <a:lnTo>
                  <a:pt x="3922619" y="2399902"/>
                </a:lnTo>
                <a:lnTo>
                  <a:pt x="3905056" y="2450702"/>
                </a:lnTo>
                <a:lnTo>
                  <a:pt x="3886878" y="2488802"/>
                </a:lnTo>
                <a:lnTo>
                  <a:pt x="3868090" y="2526902"/>
                </a:lnTo>
                <a:lnTo>
                  <a:pt x="3848698" y="2565002"/>
                </a:lnTo>
                <a:lnTo>
                  <a:pt x="3828707" y="2615802"/>
                </a:lnTo>
                <a:lnTo>
                  <a:pt x="3808123" y="2653902"/>
                </a:lnTo>
                <a:lnTo>
                  <a:pt x="3786952" y="2692002"/>
                </a:lnTo>
                <a:lnTo>
                  <a:pt x="3765199" y="2730102"/>
                </a:lnTo>
                <a:lnTo>
                  <a:pt x="3742869" y="2768202"/>
                </a:lnTo>
                <a:lnTo>
                  <a:pt x="3719968" y="2806302"/>
                </a:lnTo>
                <a:lnTo>
                  <a:pt x="3696501" y="2844402"/>
                </a:lnTo>
                <a:lnTo>
                  <a:pt x="3672475" y="2882502"/>
                </a:lnTo>
                <a:lnTo>
                  <a:pt x="3647895" y="2920602"/>
                </a:lnTo>
                <a:lnTo>
                  <a:pt x="3622766" y="2958702"/>
                </a:lnTo>
                <a:lnTo>
                  <a:pt x="3597093" y="2996802"/>
                </a:lnTo>
                <a:lnTo>
                  <a:pt x="3570883" y="3034902"/>
                </a:lnTo>
                <a:lnTo>
                  <a:pt x="3544141" y="3060302"/>
                </a:lnTo>
                <a:lnTo>
                  <a:pt x="3516872" y="3098402"/>
                </a:lnTo>
                <a:lnTo>
                  <a:pt x="3489082" y="3136502"/>
                </a:lnTo>
                <a:lnTo>
                  <a:pt x="3460776" y="3174602"/>
                </a:lnTo>
                <a:lnTo>
                  <a:pt x="3431961" y="3200002"/>
                </a:lnTo>
                <a:lnTo>
                  <a:pt x="3402641" y="3238102"/>
                </a:lnTo>
                <a:lnTo>
                  <a:pt x="3372822" y="3276202"/>
                </a:lnTo>
                <a:lnTo>
                  <a:pt x="3342510" y="3301602"/>
                </a:lnTo>
                <a:lnTo>
                  <a:pt x="3311710" y="3339702"/>
                </a:lnTo>
                <a:lnTo>
                  <a:pt x="3280428" y="3365102"/>
                </a:lnTo>
                <a:lnTo>
                  <a:pt x="3248669" y="3403202"/>
                </a:lnTo>
                <a:lnTo>
                  <a:pt x="3216439" y="3428602"/>
                </a:lnTo>
                <a:lnTo>
                  <a:pt x="3183743" y="3466702"/>
                </a:lnTo>
                <a:lnTo>
                  <a:pt x="3150587" y="3492102"/>
                </a:lnTo>
                <a:lnTo>
                  <a:pt x="3116977" y="3517502"/>
                </a:lnTo>
                <a:lnTo>
                  <a:pt x="3082918" y="3555602"/>
                </a:lnTo>
                <a:lnTo>
                  <a:pt x="3048415" y="3581002"/>
                </a:lnTo>
                <a:lnTo>
                  <a:pt x="2978101" y="3631802"/>
                </a:lnTo>
                <a:lnTo>
                  <a:pt x="2942301" y="3669902"/>
                </a:lnTo>
                <a:lnTo>
                  <a:pt x="2869443" y="3720702"/>
                </a:lnTo>
                <a:lnTo>
                  <a:pt x="2794944" y="3771502"/>
                </a:lnTo>
                <a:lnTo>
                  <a:pt x="2718849" y="3822302"/>
                </a:lnTo>
                <a:lnTo>
                  <a:pt x="2680217" y="3835002"/>
                </a:lnTo>
                <a:lnTo>
                  <a:pt x="2641202" y="3860402"/>
                </a:lnTo>
                <a:lnTo>
                  <a:pt x="2521918" y="3936602"/>
                </a:lnTo>
                <a:lnTo>
                  <a:pt x="2481428" y="3949302"/>
                </a:lnTo>
                <a:lnTo>
                  <a:pt x="2440584" y="3974702"/>
                </a:lnTo>
                <a:lnTo>
                  <a:pt x="2399391" y="3987402"/>
                </a:lnTo>
                <a:lnTo>
                  <a:pt x="2357854" y="4012802"/>
                </a:lnTo>
                <a:lnTo>
                  <a:pt x="2315979" y="4025502"/>
                </a:lnTo>
                <a:lnTo>
                  <a:pt x="2273771" y="4050902"/>
                </a:lnTo>
                <a:lnTo>
                  <a:pt x="2231236" y="4063602"/>
                </a:lnTo>
                <a:lnTo>
                  <a:pt x="2188380" y="4089002"/>
                </a:lnTo>
                <a:lnTo>
                  <a:pt x="1969470" y="4152502"/>
                </a:lnTo>
                <a:lnTo>
                  <a:pt x="1924801" y="4177902"/>
                </a:lnTo>
                <a:lnTo>
                  <a:pt x="1879849" y="4190602"/>
                </a:lnTo>
                <a:close/>
              </a:path>
              <a:path w="4145915" h="4292600">
                <a:moveTo>
                  <a:pt x="1651045" y="4241402"/>
                </a:moveTo>
                <a:lnTo>
                  <a:pt x="406354" y="4241402"/>
                </a:lnTo>
                <a:lnTo>
                  <a:pt x="222778" y="4190602"/>
                </a:lnTo>
                <a:lnTo>
                  <a:pt x="1834621" y="4190602"/>
                </a:lnTo>
                <a:lnTo>
                  <a:pt x="1651045" y="4241402"/>
                </a:lnTo>
                <a:close/>
              </a:path>
              <a:path w="4145915" h="4292600">
                <a:moveTo>
                  <a:pt x="1510725" y="4266802"/>
                </a:moveTo>
                <a:lnTo>
                  <a:pt x="546674" y="4266802"/>
                </a:lnTo>
                <a:lnTo>
                  <a:pt x="452885" y="4241402"/>
                </a:lnTo>
                <a:lnTo>
                  <a:pt x="1604514" y="4241402"/>
                </a:lnTo>
                <a:lnTo>
                  <a:pt x="1510725" y="4266802"/>
                </a:lnTo>
                <a:close/>
              </a:path>
              <a:path w="4145915" h="4292600">
                <a:moveTo>
                  <a:pt x="1416005" y="4279502"/>
                </a:moveTo>
                <a:lnTo>
                  <a:pt x="641394" y="4279502"/>
                </a:lnTo>
                <a:lnTo>
                  <a:pt x="593920" y="4266802"/>
                </a:lnTo>
                <a:lnTo>
                  <a:pt x="1463479" y="4266802"/>
                </a:lnTo>
                <a:lnTo>
                  <a:pt x="1416005" y="4279502"/>
                </a:lnTo>
                <a:close/>
              </a:path>
              <a:path w="4145915" h="4292600">
                <a:moveTo>
                  <a:pt x="1272276" y="4292202"/>
                </a:moveTo>
                <a:lnTo>
                  <a:pt x="785123" y="4292202"/>
                </a:lnTo>
                <a:lnTo>
                  <a:pt x="737001" y="4279502"/>
                </a:lnTo>
                <a:lnTo>
                  <a:pt x="1320398" y="4279502"/>
                </a:lnTo>
                <a:lnTo>
                  <a:pt x="1272276" y="4292202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77D13F2-A028-1796-700C-9126348AFDC2}"/>
              </a:ext>
            </a:extLst>
          </p:cNvPr>
          <p:cNvSpPr/>
          <p:nvPr/>
        </p:nvSpPr>
        <p:spPr>
          <a:xfrm>
            <a:off x="0" y="-28247"/>
            <a:ext cx="4145915" cy="4292600"/>
          </a:xfrm>
          <a:custGeom>
            <a:avLst/>
            <a:gdLst/>
            <a:ahLst/>
            <a:cxnLst/>
            <a:rect l="l" t="t" r="r" b="b"/>
            <a:pathLst>
              <a:path w="4145915" h="4292600">
                <a:moveTo>
                  <a:pt x="1879849" y="4190602"/>
                </a:moveTo>
                <a:lnTo>
                  <a:pt x="177550" y="4190602"/>
                </a:lnTo>
                <a:lnTo>
                  <a:pt x="132598" y="4177902"/>
                </a:lnTo>
                <a:lnTo>
                  <a:pt x="87929" y="4152502"/>
                </a:lnTo>
                <a:lnTo>
                  <a:pt x="0" y="4126996"/>
                </a:lnTo>
                <a:lnTo>
                  <a:pt x="0" y="0"/>
                </a:lnTo>
                <a:lnTo>
                  <a:pt x="3848900" y="0"/>
                </a:lnTo>
                <a:lnTo>
                  <a:pt x="3868090" y="37702"/>
                </a:lnTo>
                <a:lnTo>
                  <a:pt x="3886878" y="75802"/>
                </a:lnTo>
                <a:lnTo>
                  <a:pt x="3905056" y="126602"/>
                </a:lnTo>
                <a:lnTo>
                  <a:pt x="3922619" y="164702"/>
                </a:lnTo>
                <a:lnTo>
                  <a:pt x="3939561" y="202802"/>
                </a:lnTo>
                <a:lnTo>
                  <a:pt x="3955876" y="240902"/>
                </a:lnTo>
                <a:lnTo>
                  <a:pt x="3971560" y="291702"/>
                </a:lnTo>
                <a:lnTo>
                  <a:pt x="3986606" y="329802"/>
                </a:lnTo>
                <a:lnTo>
                  <a:pt x="4001009" y="380602"/>
                </a:lnTo>
                <a:lnTo>
                  <a:pt x="4014764" y="418702"/>
                </a:lnTo>
                <a:lnTo>
                  <a:pt x="4027864" y="456802"/>
                </a:lnTo>
                <a:lnTo>
                  <a:pt x="4040305" y="507602"/>
                </a:lnTo>
                <a:lnTo>
                  <a:pt x="4052081" y="545702"/>
                </a:lnTo>
                <a:lnTo>
                  <a:pt x="4063186" y="596502"/>
                </a:lnTo>
                <a:lnTo>
                  <a:pt x="4073614" y="634602"/>
                </a:lnTo>
                <a:lnTo>
                  <a:pt x="4083361" y="685402"/>
                </a:lnTo>
                <a:lnTo>
                  <a:pt x="4092421" y="723502"/>
                </a:lnTo>
                <a:lnTo>
                  <a:pt x="4100787" y="774302"/>
                </a:lnTo>
                <a:lnTo>
                  <a:pt x="4108455" y="812402"/>
                </a:lnTo>
                <a:lnTo>
                  <a:pt x="4115420" y="863202"/>
                </a:lnTo>
                <a:lnTo>
                  <a:pt x="4121674" y="914002"/>
                </a:lnTo>
                <a:lnTo>
                  <a:pt x="4127214" y="952102"/>
                </a:lnTo>
                <a:lnTo>
                  <a:pt x="4132033" y="1002902"/>
                </a:lnTo>
                <a:lnTo>
                  <a:pt x="4136125" y="1053702"/>
                </a:lnTo>
                <a:lnTo>
                  <a:pt x="4139486" y="1091802"/>
                </a:lnTo>
                <a:lnTo>
                  <a:pt x="4142110" y="1142602"/>
                </a:lnTo>
                <a:lnTo>
                  <a:pt x="4143991" y="1193402"/>
                </a:lnTo>
                <a:lnTo>
                  <a:pt x="4145124" y="1231502"/>
                </a:lnTo>
                <a:lnTo>
                  <a:pt x="4145503" y="1282302"/>
                </a:lnTo>
                <a:lnTo>
                  <a:pt x="4145124" y="1333102"/>
                </a:lnTo>
                <a:lnTo>
                  <a:pt x="4143991" y="1383902"/>
                </a:lnTo>
                <a:lnTo>
                  <a:pt x="4142110" y="1422002"/>
                </a:lnTo>
                <a:lnTo>
                  <a:pt x="4139486" y="1472802"/>
                </a:lnTo>
                <a:lnTo>
                  <a:pt x="4136125" y="1523602"/>
                </a:lnTo>
                <a:lnTo>
                  <a:pt x="4132033" y="1561702"/>
                </a:lnTo>
                <a:lnTo>
                  <a:pt x="4127214" y="1612502"/>
                </a:lnTo>
                <a:lnTo>
                  <a:pt x="4121674" y="1663302"/>
                </a:lnTo>
                <a:lnTo>
                  <a:pt x="4115420" y="1701402"/>
                </a:lnTo>
                <a:lnTo>
                  <a:pt x="4108455" y="1752202"/>
                </a:lnTo>
                <a:lnTo>
                  <a:pt x="4100787" y="1790302"/>
                </a:lnTo>
                <a:lnTo>
                  <a:pt x="4092421" y="1841102"/>
                </a:lnTo>
                <a:lnTo>
                  <a:pt x="4083361" y="1891902"/>
                </a:lnTo>
                <a:lnTo>
                  <a:pt x="4073614" y="1930002"/>
                </a:lnTo>
                <a:lnTo>
                  <a:pt x="4063186" y="1980802"/>
                </a:lnTo>
                <a:lnTo>
                  <a:pt x="4052081" y="2018902"/>
                </a:lnTo>
                <a:lnTo>
                  <a:pt x="4040305" y="2069702"/>
                </a:lnTo>
                <a:lnTo>
                  <a:pt x="4027864" y="2107802"/>
                </a:lnTo>
                <a:lnTo>
                  <a:pt x="4014764" y="2145902"/>
                </a:lnTo>
                <a:lnTo>
                  <a:pt x="4001009" y="2196702"/>
                </a:lnTo>
                <a:lnTo>
                  <a:pt x="3986606" y="2234802"/>
                </a:lnTo>
                <a:lnTo>
                  <a:pt x="3971560" y="2285602"/>
                </a:lnTo>
                <a:lnTo>
                  <a:pt x="3955876" y="2323702"/>
                </a:lnTo>
                <a:lnTo>
                  <a:pt x="3939561" y="2361802"/>
                </a:lnTo>
                <a:lnTo>
                  <a:pt x="3922619" y="2399902"/>
                </a:lnTo>
                <a:lnTo>
                  <a:pt x="3905056" y="2450702"/>
                </a:lnTo>
                <a:lnTo>
                  <a:pt x="3886878" y="2488802"/>
                </a:lnTo>
                <a:lnTo>
                  <a:pt x="3868090" y="2526902"/>
                </a:lnTo>
                <a:lnTo>
                  <a:pt x="3848698" y="2565002"/>
                </a:lnTo>
                <a:lnTo>
                  <a:pt x="3828707" y="2615802"/>
                </a:lnTo>
                <a:lnTo>
                  <a:pt x="3808123" y="2653902"/>
                </a:lnTo>
                <a:lnTo>
                  <a:pt x="3786952" y="2692002"/>
                </a:lnTo>
                <a:lnTo>
                  <a:pt x="3765199" y="2730102"/>
                </a:lnTo>
                <a:lnTo>
                  <a:pt x="3742869" y="2768202"/>
                </a:lnTo>
                <a:lnTo>
                  <a:pt x="3719968" y="2806302"/>
                </a:lnTo>
                <a:lnTo>
                  <a:pt x="3696501" y="2844402"/>
                </a:lnTo>
                <a:lnTo>
                  <a:pt x="3672475" y="2882502"/>
                </a:lnTo>
                <a:lnTo>
                  <a:pt x="3647895" y="2920602"/>
                </a:lnTo>
                <a:lnTo>
                  <a:pt x="3622766" y="2958702"/>
                </a:lnTo>
                <a:lnTo>
                  <a:pt x="3597093" y="2996802"/>
                </a:lnTo>
                <a:lnTo>
                  <a:pt x="3570883" y="3034902"/>
                </a:lnTo>
                <a:lnTo>
                  <a:pt x="3544141" y="3060302"/>
                </a:lnTo>
                <a:lnTo>
                  <a:pt x="3516872" y="3098402"/>
                </a:lnTo>
                <a:lnTo>
                  <a:pt x="3489082" y="3136502"/>
                </a:lnTo>
                <a:lnTo>
                  <a:pt x="3460776" y="3174602"/>
                </a:lnTo>
                <a:lnTo>
                  <a:pt x="3431961" y="3200002"/>
                </a:lnTo>
                <a:lnTo>
                  <a:pt x="3402641" y="3238102"/>
                </a:lnTo>
                <a:lnTo>
                  <a:pt x="3372822" y="3276202"/>
                </a:lnTo>
                <a:lnTo>
                  <a:pt x="3342510" y="3301602"/>
                </a:lnTo>
                <a:lnTo>
                  <a:pt x="3311710" y="3339702"/>
                </a:lnTo>
                <a:lnTo>
                  <a:pt x="3280428" y="3365102"/>
                </a:lnTo>
                <a:lnTo>
                  <a:pt x="3248669" y="3403202"/>
                </a:lnTo>
                <a:lnTo>
                  <a:pt x="3216439" y="3428602"/>
                </a:lnTo>
                <a:lnTo>
                  <a:pt x="3183743" y="3466702"/>
                </a:lnTo>
                <a:lnTo>
                  <a:pt x="3150587" y="3492102"/>
                </a:lnTo>
                <a:lnTo>
                  <a:pt x="3116977" y="3517502"/>
                </a:lnTo>
                <a:lnTo>
                  <a:pt x="3082918" y="3555602"/>
                </a:lnTo>
                <a:lnTo>
                  <a:pt x="3048415" y="3581002"/>
                </a:lnTo>
                <a:lnTo>
                  <a:pt x="2978101" y="3631802"/>
                </a:lnTo>
                <a:lnTo>
                  <a:pt x="2942301" y="3669902"/>
                </a:lnTo>
                <a:lnTo>
                  <a:pt x="2869443" y="3720702"/>
                </a:lnTo>
                <a:lnTo>
                  <a:pt x="2794944" y="3771502"/>
                </a:lnTo>
                <a:lnTo>
                  <a:pt x="2718849" y="3822302"/>
                </a:lnTo>
                <a:lnTo>
                  <a:pt x="2680217" y="3835002"/>
                </a:lnTo>
                <a:lnTo>
                  <a:pt x="2641202" y="3860402"/>
                </a:lnTo>
                <a:lnTo>
                  <a:pt x="2521918" y="3936602"/>
                </a:lnTo>
                <a:lnTo>
                  <a:pt x="2481428" y="3949302"/>
                </a:lnTo>
                <a:lnTo>
                  <a:pt x="2440584" y="3974702"/>
                </a:lnTo>
                <a:lnTo>
                  <a:pt x="2399391" y="3987402"/>
                </a:lnTo>
                <a:lnTo>
                  <a:pt x="2357854" y="4012802"/>
                </a:lnTo>
                <a:lnTo>
                  <a:pt x="2315979" y="4025502"/>
                </a:lnTo>
                <a:lnTo>
                  <a:pt x="2273771" y="4050902"/>
                </a:lnTo>
                <a:lnTo>
                  <a:pt x="2231236" y="4063602"/>
                </a:lnTo>
                <a:lnTo>
                  <a:pt x="2188380" y="4089002"/>
                </a:lnTo>
                <a:lnTo>
                  <a:pt x="1969470" y="4152502"/>
                </a:lnTo>
                <a:lnTo>
                  <a:pt x="1924801" y="4177902"/>
                </a:lnTo>
                <a:lnTo>
                  <a:pt x="1879849" y="4190602"/>
                </a:lnTo>
                <a:close/>
              </a:path>
              <a:path w="4145915" h="4292600">
                <a:moveTo>
                  <a:pt x="1651045" y="4241402"/>
                </a:moveTo>
                <a:lnTo>
                  <a:pt x="406354" y="4241402"/>
                </a:lnTo>
                <a:lnTo>
                  <a:pt x="222778" y="4190602"/>
                </a:lnTo>
                <a:lnTo>
                  <a:pt x="1834621" y="4190602"/>
                </a:lnTo>
                <a:lnTo>
                  <a:pt x="1651045" y="4241402"/>
                </a:lnTo>
                <a:close/>
              </a:path>
              <a:path w="4145915" h="4292600">
                <a:moveTo>
                  <a:pt x="1510725" y="4266802"/>
                </a:moveTo>
                <a:lnTo>
                  <a:pt x="546674" y="4266802"/>
                </a:lnTo>
                <a:lnTo>
                  <a:pt x="452885" y="4241402"/>
                </a:lnTo>
                <a:lnTo>
                  <a:pt x="1604514" y="4241402"/>
                </a:lnTo>
                <a:lnTo>
                  <a:pt x="1510725" y="4266802"/>
                </a:lnTo>
                <a:close/>
              </a:path>
              <a:path w="4145915" h="4292600">
                <a:moveTo>
                  <a:pt x="1416005" y="4279502"/>
                </a:moveTo>
                <a:lnTo>
                  <a:pt x="641394" y="4279502"/>
                </a:lnTo>
                <a:lnTo>
                  <a:pt x="593920" y="4266802"/>
                </a:lnTo>
                <a:lnTo>
                  <a:pt x="1463479" y="4266802"/>
                </a:lnTo>
                <a:lnTo>
                  <a:pt x="1416005" y="4279502"/>
                </a:lnTo>
                <a:close/>
              </a:path>
              <a:path w="4145915" h="4292600">
                <a:moveTo>
                  <a:pt x="1272276" y="4292202"/>
                </a:moveTo>
                <a:lnTo>
                  <a:pt x="785123" y="4292202"/>
                </a:lnTo>
                <a:lnTo>
                  <a:pt x="737001" y="4279502"/>
                </a:lnTo>
                <a:lnTo>
                  <a:pt x="1320398" y="4279502"/>
                </a:lnTo>
                <a:lnTo>
                  <a:pt x="1272276" y="4292202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DDFAE4-1F67-68BD-AF61-D4AE3955A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798964"/>
              </p:ext>
            </p:extLst>
          </p:nvPr>
        </p:nvGraphicFramePr>
        <p:xfrm>
          <a:off x="685800" y="723900"/>
          <a:ext cx="16306800" cy="93442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8429">
                  <a:extLst>
                    <a:ext uri="{9D8B030D-6E8A-4147-A177-3AD203B41FA5}">
                      <a16:colId xmlns:a16="http://schemas.microsoft.com/office/drawing/2014/main" val="642547509"/>
                    </a:ext>
                  </a:extLst>
                </a:gridCol>
                <a:gridCol w="3721787">
                  <a:extLst>
                    <a:ext uri="{9D8B030D-6E8A-4147-A177-3AD203B41FA5}">
                      <a16:colId xmlns:a16="http://schemas.microsoft.com/office/drawing/2014/main" val="1781850850"/>
                    </a:ext>
                  </a:extLst>
                </a:gridCol>
                <a:gridCol w="3342134">
                  <a:extLst>
                    <a:ext uri="{9D8B030D-6E8A-4147-A177-3AD203B41FA5}">
                      <a16:colId xmlns:a16="http://schemas.microsoft.com/office/drawing/2014/main" val="4166156431"/>
                    </a:ext>
                  </a:extLst>
                </a:gridCol>
                <a:gridCol w="3527922">
                  <a:extLst>
                    <a:ext uri="{9D8B030D-6E8A-4147-A177-3AD203B41FA5}">
                      <a16:colId xmlns:a16="http://schemas.microsoft.com/office/drawing/2014/main" val="4152436279"/>
                    </a:ext>
                  </a:extLst>
                </a:gridCol>
                <a:gridCol w="4006528">
                  <a:extLst>
                    <a:ext uri="{9D8B030D-6E8A-4147-A177-3AD203B41FA5}">
                      <a16:colId xmlns:a16="http://schemas.microsoft.com/office/drawing/2014/main" val="1227852090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Sr.No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Does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extLst>
                  <a:ext uri="{0D108BD9-81ED-4DB2-BD59-A6C34878D82A}">
                    <a16:rowId xmlns:a16="http://schemas.microsoft.com/office/drawing/2014/main" val="2691802788"/>
                  </a:ext>
                </a:extLst>
              </a:tr>
              <a:tr h="9181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Data-Driven Risk Visualization for Cancer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+ Infographics Design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structured predictions to infographics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generative AI; lacks interactivity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extLst>
                  <a:ext uri="{0D108BD9-81ED-4DB2-BD59-A6C34878D82A}">
                    <a16:rowId xmlns:a16="http://schemas.microsoft.com/office/drawing/2014/main" val="2378311840"/>
                  </a:ext>
                </a:extLst>
              </a:tr>
              <a:tr h="9181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Breast Cancer Risk Classification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Learning, SHAP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Interpretable risk prediction with feature insight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visual representation for end-users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extLst>
                  <a:ext uri="{0D108BD9-81ED-4DB2-BD59-A6C34878D82A}">
                    <a16:rowId xmlns:a16="http://schemas.microsoft.com/office/drawing/2014/main" val="2592649662"/>
                  </a:ext>
                </a:extLst>
              </a:tr>
              <a:tr h="11502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Breast Cancer Risk Communication Tool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+ ML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reports based on personal risk factors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text explanation; lacks visual representation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extLst>
                  <a:ext uri="{0D108BD9-81ED-4DB2-BD59-A6C34878D82A}">
                    <a16:rowId xmlns:a16="http://schemas.microsoft.com/office/drawing/2014/main" val="2289946460"/>
                  </a:ext>
                </a:extLst>
              </a:tr>
              <a:tr h="11502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Modeling for Breast Cancer in Mobile Apps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Regression, Decision Trees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ML into mobile platforms for screening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image component; mobile-specific usability concerns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extLst>
                  <a:ext uri="{0D108BD9-81ED-4DB2-BD59-A6C34878D82A}">
                    <a16:rowId xmlns:a16="http://schemas.microsoft.com/office/drawing/2014/main" val="2693979764"/>
                  </a:ext>
                </a:extLst>
              </a:tr>
              <a:tr h="11502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Generative Models for Medical Visualization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VAE, GAN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Synthesizes medical visuals for education/training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integrated with individual patient data or risk scores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extLst>
                  <a:ext uri="{0D108BD9-81ED-4DB2-BD59-A6C34878D82A}">
                    <a16:rowId xmlns:a16="http://schemas.microsoft.com/office/drawing/2014/main" val="3452777791"/>
                  </a:ext>
                </a:extLst>
              </a:tr>
              <a:tr h="11502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AI Models for Breast Cancer Prediction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Structured Data Fusion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image and tabular data for better accuracy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offer visual risk explanation for general users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extLst>
                  <a:ext uri="{0D108BD9-81ED-4DB2-BD59-A6C34878D82A}">
                    <a16:rowId xmlns:a16="http://schemas.microsoft.com/office/drawing/2014/main" val="657855391"/>
                  </a:ext>
                </a:extLst>
              </a:tr>
              <a:tr h="11502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Health Communication via Visual Storytelling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Narratives + ML Output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narrative visuals to explain health risks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dataset applicability; less scientific in tone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extLst>
                  <a:ext uri="{0D108BD9-81ED-4DB2-BD59-A6C34878D82A}">
                    <a16:rowId xmlns:a16="http://schemas.microsoft.com/office/drawing/2014/main" val="916103003"/>
                  </a:ext>
                </a:extLst>
              </a:tr>
              <a:tr h="9181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Human-AI Interaction in Health Diagnostics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User-Centered Design + ML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Explores usability of AI in diagnostics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generative component; mostly UX evaluation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848" marR="37848" marT="0" marB="0" anchor="ctr"/>
                </a:tc>
                <a:extLst>
                  <a:ext uri="{0D108BD9-81ED-4DB2-BD59-A6C34878D82A}">
                    <a16:rowId xmlns:a16="http://schemas.microsoft.com/office/drawing/2014/main" val="2253776517"/>
                  </a:ext>
                </a:extLst>
              </a:tr>
            </a:tbl>
          </a:graphicData>
        </a:graphic>
      </p:graphicFrame>
      <p:sp>
        <p:nvSpPr>
          <p:cNvPr id="7" name="object 35">
            <a:extLst>
              <a:ext uri="{FF2B5EF4-FFF2-40B4-BE49-F238E27FC236}">
                <a16:creationId xmlns:a16="http://schemas.microsoft.com/office/drawing/2014/main" id="{D27DCB13-55C8-5535-E5F5-3D174828589D}"/>
              </a:ext>
            </a:extLst>
          </p:cNvPr>
          <p:cNvSpPr txBox="1"/>
          <p:nvPr/>
        </p:nvSpPr>
        <p:spPr>
          <a:xfrm>
            <a:off x="17116575" y="9681369"/>
            <a:ext cx="28321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lang="en-IN" sz="2000" b="1" spc="-25" dirty="0">
                <a:latin typeface="Calibri"/>
                <a:cs typeface="Calibri"/>
              </a:rPr>
              <a:t>05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74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2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38902" y="12699"/>
            <a:ext cx="14425930" cy="10274300"/>
          </a:xfrm>
          <a:custGeom>
            <a:avLst/>
            <a:gdLst/>
            <a:ahLst/>
            <a:cxnLst/>
            <a:rect l="l" t="t" r="r" b="b"/>
            <a:pathLst>
              <a:path w="14425930" h="10274300">
                <a:moveTo>
                  <a:pt x="7750831" y="12699"/>
                </a:moveTo>
                <a:lnTo>
                  <a:pt x="6684199" y="12699"/>
                </a:lnTo>
                <a:lnTo>
                  <a:pt x="6742961" y="0"/>
                </a:lnTo>
                <a:lnTo>
                  <a:pt x="7692069" y="0"/>
                </a:lnTo>
                <a:lnTo>
                  <a:pt x="7750831" y="12699"/>
                </a:lnTo>
                <a:close/>
              </a:path>
              <a:path w="14425930" h="10274300">
                <a:moveTo>
                  <a:pt x="7984563" y="25399"/>
                </a:moveTo>
                <a:lnTo>
                  <a:pt x="6450467" y="25399"/>
                </a:lnTo>
                <a:lnTo>
                  <a:pt x="6508699" y="12699"/>
                </a:lnTo>
                <a:lnTo>
                  <a:pt x="7926331" y="12699"/>
                </a:lnTo>
                <a:lnTo>
                  <a:pt x="7984563" y="25399"/>
                </a:lnTo>
                <a:close/>
              </a:path>
              <a:path w="14425930" h="10274300">
                <a:moveTo>
                  <a:pt x="8100612" y="38099"/>
                </a:moveTo>
                <a:lnTo>
                  <a:pt x="6334418" y="38099"/>
                </a:lnTo>
                <a:lnTo>
                  <a:pt x="6392373" y="25399"/>
                </a:lnTo>
                <a:lnTo>
                  <a:pt x="8042657" y="25399"/>
                </a:lnTo>
                <a:lnTo>
                  <a:pt x="8100612" y="38099"/>
                </a:lnTo>
                <a:close/>
              </a:path>
              <a:path w="14425930" h="10274300">
                <a:moveTo>
                  <a:pt x="8273623" y="50799"/>
                </a:moveTo>
                <a:lnTo>
                  <a:pt x="6161407" y="50799"/>
                </a:lnTo>
                <a:lnTo>
                  <a:pt x="6218933" y="38099"/>
                </a:lnTo>
                <a:lnTo>
                  <a:pt x="8216097" y="38099"/>
                </a:lnTo>
                <a:lnTo>
                  <a:pt x="8273623" y="50799"/>
                </a:lnTo>
                <a:close/>
              </a:path>
              <a:path w="14425930" h="10274300">
                <a:moveTo>
                  <a:pt x="8388233" y="63499"/>
                </a:moveTo>
                <a:lnTo>
                  <a:pt x="6046797" y="63499"/>
                </a:lnTo>
                <a:lnTo>
                  <a:pt x="6104028" y="50799"/>
                </a:lnTo>
                <a:lnTo>
                  <a:pt x="8331002" y="50799"/>
                </a:lnTo>
                <a:lnTo>
                  <a:pt x="8388233" y="63499"/>
                </a:lnTo>
                <a:close/>
              </a:path>
              <a:path w="14425930" h="10274300">
                <a:moveTo>
                  <a:pt x="8502243" y="76199"/>
                </a:moveTo>
                <a:lnTo>
                  <a:pt x="5932787" y="76199"/>
                </a:lnTo>
                <a:lnTo>
                  <a:pt x="5989716" y="63499"/>
                </a:lnTo>
                <a:lnTo>
                  <a:pt x="8445314" y="63499"/>
                </a:lnTo>
                <a:lnTo>
                  <a:pt x="8502243" y="76199"/>
                </a:lnTo>
                <a:close/>
              </a:path>
              <a:path w="14425930" h="10274300">
                <a:moveTo>
                  <a:pt x="8672096" y="101599"/>
                </a:moveTo>
                <a:lnTo>
                  <a:pt x="5762934" y="101599"/>
                </a:lnTo>
                <a:lnTo>
                  <a:pt x="5876013" y="76199"/>
                </a:lnTo>
                <a:lnTo>
                  <a:pt x="8559017" y="76199"/>
                </a:lnTo>
                <a:lnTo>
                  <a:pt x="8672096" y="101599"/>
                </a:lnTo>
                <a:close/>
              </a:path>
              <a:path w="14425930" h="10274300">
                <a:moveTo>
                  <a:pt x="8896324" y="139699"/>
                </a:moveTo>
                <a:lnTo>
                  <a:pt x="5538706" y="139699"/>
                </a:lnTo>
                <a:lnTo>
                  <a:pt x="5706633" y="101599"/>
                </a:lnTo>
                <a:lnTo>
                  <a:pt x="8728397" y="101599"/>
                </a:lnTo>
                <a:lnTo>
                  <a:pt x="8896324" y="139699"/>
                </a:lnTo>
                <a:close/>
              </a:path>
              <a:path w="14425930" h="10274300">
                <a:moveTo>
                  <a:pt x="9172835" y="190499"/>
                </a:moveTo>
                <a:lnTo>
                  <a:pt x="5262195" y="190499"/>
                </a:lnTo>
                <a:lnTo>
                  <a:pt x="5483062" y="139699"/>
                </a:lnTo>
                <a:lnTo>
                  <a:pt x="8951967" y="139699"/>
                </a:lnTo>
                <a:lnTo>
                  <a:pt x="9172835" y="190499"/>
                </a:lnTo>
                <a:close/>
              </a:path>
              <a:path w="14425930" h="10274300">
                <a:moveTo>
                  <a:pt x="9227615" y="10083799"/>
                </a:moveTo>
                <a:lnTo>
                  <a:pt x="5207414" y="10083799"/>
                </a:lnTo>
                <a:lnTo>
                  <a:pt x="4669717" y="9956799"/>
                </a:lnTo>
                <a:lnTo>
                  <a:pt x="4616999" y="9931399"/>
                </a:lnTo>
                <a:lnTo>
                  <a:pt x="4408132" y="9880599"/>
                </a:lnTo>
                <a:lnTo>
                  <a:pt x="4356426" y="9855199"/>
                </a:lnTo>
                <a:lnTo>
                  <a:pt x="4202563" y="9817099"/>
                </a:lnTo>
                <a:lnTo>
                  <a:pt x="4151699" y="9791699"/>
                </a:lnTo>
                <a:lnTo>
                  <a:pt x="4050621" y="9766299"/>
                </a:lnTo>
                <a:lnTo>
                  <a:pt x="4000409" y="9740899"/>
                </a:lnTo>
                <a:lnTo>
                  <a:pt x="3950419" y="9728199"/>
                </a:lnTo>
                <a:lnTo>
                  <a:pt x="3900651" y="9702799"/>
                </a:lnTo>
                <a:lnTo>
                  <a:pt x="3851108" y="9690099"/>
                </a:lnTo>
                <a:lnTo>
                  <a:pt x="3801791" y="9664699"/>
                </a:lnTo>
                <a:lnTo>
                  <a:pt x="3752703" y="9651999"/>
                </a:lnTo>
                <a:lnTo>
                  <a:pt x="3703845" y="9626599"/>
                </a:lnTo>
                <a:lnTo>
                  <a:pt x="3655219" y="9613899"/>
                </a:lnTo>
                <a:lnTo>
                  <a:pt x="3606827" y="9588499"/>
                </a:lnTo>
                <a:lnTo>
                  <a:pt x="3558671" y="9575799"/>
                </a:lnTo>
                <a:lnTo>
                  <a:pt x="3463073" y="9524999"/>
                </a:lnTo>
                <a:lnTo>
                  <a:pt x="3415636" y="9512299"/>
                </a:lnTo>
                <a:lnTo>
                  <a:pt x="3321492" y="9461499"/>
                </a:lnTo>
                <a:lnTo>
                  <a:pt x="3274790" y="9448799"/>
                </a:lnTo>
                <a:lnTo>
                  <a:pt x="3182133" y="9397999"/>
                </a:lnTo>
                <a:lnTo>
                  <a:pt x="3136183" y="9385299"/>
                </a:lnTo>
                <a:lnTo>
                  <a:pt x="2954944" y="9283699"/>
                </a:lnTo>
                <a:lnTo>
                  <a:pt x="2910284" y="9270999"/>
                </a:lnTo>
                <a:lnTo>
                  <a:pt x="2690977" y="9143999"/>
                </a:lnTo>
                <a:lnTo>
                  <a:pt x="2478494" y="9016999"/>
                </a:lnTo>
                <a:lnTo>
                  <a:pt x="2313576" y="8915399"/>
                </a:lnTo>
                <a:lnTo>
                  <a:pt x="2273066" y="8889999"/>
                </a:lnTo>
                <a:lnTo>
                  <a:pt x="2232848" y="8851899"/>
                </a:lnTo>
                <a:lnTo>
                  <a:pt x="2074927" y="8750299"/>
                </a:lnTo>
                <a:lnTo>
                  <a:pt x="2036194" y="8712199"/>
                </a:lnTo>
                <a:lnTo>
                  <a:pt x="1921819" y="8635999"/>
                </a:lnTo>
                <a:lnTo>
                  <a:pt x="1884309" y="8597899"/>
                </a:lnTo>
                <a:lnTo>
                  <a:pt x="1810219" y="8547099"/>
                </a:lnTo>
                <a:lnTo>
                  <a:pt x="1773644" y="8508999"/>
                </a:lnTo>
                <a:lnTo>
                  <a:pt x="1701442" y="8458199"/>
                </a:lnTo>
                <a:lnTo>
                  <a:pt x="1665820" y="8420099"/>
                </a:lnTo>
                <a:lnTo>
                  <a:pt x="1630519" y="8394699"/>
                </a:lnTo>
                <a:lnTo>
                  <a:pt x="1595541" y="8356599"/>
                </a:lnTo>
                <a:lnTo>
                  <a:pt x="1526561" y="8305799"/>
                </a:lnTo>
                <a:lnTo>
                  <a:pt x="1492564" y="8267699"/>
                </a:lnTo>
                <a:lnTo>
                  <a:pt x="1458896" y="8242299"/>
                </a:lnTo>
                <a:lnTo>
                  <a:pt x="1425562" y="8204199"/>
                </a:lnTo>
                <a:lnTo>
                  <a:pt x="1392561" y="8178799"/>
                </a:lnTo>
                <a:lnTo>
                  <a:pt x="1359897" y="8140699"/>
                </a:lnTo>
                <a:lnTo>
                  <a:pt x="1327571" y="8115299"/>
                </a:lnTo>
                <a:lnTo>
                  <a:pt x="1295584" y="8077199"/>
                </a:lnTo>
                <a:lnTo>
                  <a:pt x="1263939" y="8051799"/>
                </a:lnTo>
                <a:lnTo>
                  <a:pt x="1232638" y="8013699"/>
                </a:lnTo>
                <a:lnTo>
                  <a:pt x="1201682" y="7975599"/>
                </a:lnTo>
                <a:lnTo>
                  <a:pt x="1171073" y="7950199"/>
                </a:lnTo>
                <a:lnTo>
                  <a:pt x="1140814" y="7912099"/>
                </a:lnTo>
                <a:lnTo>
                  <a:pt x="1110905" y="7873999"/>
                </a:lnTo>
                <a:lnTo>
                  <a:pt x="1081349" y="7848599"/>
                </a:lnTo>
                <a:lnTo>
                  <a:pt x="1052148" y="7810499"/>
                </a:lnTo>
                <a:lnTo>
                  <a:pt x="1023303" y="7772399"/>
                </a:lnTo>
                <a:lnTo>
                  <a:pt x="994817" y="7746999"/>
                </a:lnTo>
                <a:lnTo>
                  <a:pt x="966691" y="7708899"/>
                </a:lnTo>
                <a:lnTo>
                  <a:pt x="938928" y="7670799"/>
                </a:lnTo>
                <a:lnTo>
                  <a:pt x="911528" y="7645399"/>
                </a:lnTo>
                <a:lnTo>
                  <a:pt x="884494" y="7607299"/>
                </a:lnTo>
                <a:lnTo>
                  <a:pt x="857828" y="7569199"/>
                </a:lnTo>
                <a:lnTo>
                  <a:pt x="831531" y="7531099"/>
                </a:lnTo>
                <a:lnTo>
                  <a:pt x="805605" y="7505699"/>
                </a:lnTo>
                <a:lnTo>
                  <a:pt x="780053" y="7467599"/>
                </a:lnTo>
                <a:lnTo>
                  <a:pt x="754876" y="7429499"/>
                </a:lnTo>
                <a:lnTo>
                  <a:pt x="730076" y="7391399"/>
                </a:lnTo>
                <a:lnTo>
                  <a:pt x="705655" y="7353299"/>
                </a:lnTo>
                <a:lnTo>
                  <a:pt x="681615" y="7327899"/>
                </a:lnTo>
                <a:lnTo>
                  <a:pt x="657957" y="7289799"/>
                </a:lnTo>
                <a:lnTo>
                  <a:pt x="634683" y="7251699"/>
                </a:lnTo>
                <a:lnTo>
                  <a:pt x="611796" y="7213599"/>
                </a:lnTo>
                <a:lnTo>
                  <a:pt x="589297" y="7175499"/>
                </a:lnTo>
                <a:lnTo>
                  <a:pt x="567188" y="7137399"/>
                </a:lnTo>
                <a:lnTo>
                  <a:pt x="545470" y="7099299"/>
                </a:lnTo>
                <a:lnTo>
                  <a:pt x="524147" y="7061199"/>
                </a:lnTo>
                <a:lnTo>
                  <a:pt x="503219" y="7023099"/>
                </a:lnTo>
                <a:lnTo>
                  <a:pt x="482688" y="6984999"/>
                </a:lnTo>
                <a:lnTo>
                  <a:pt x="462556" y="6946899"/>
                </a:lnTo>
                <a:lnTo>
                  <a:pt x="442826" y="6908799"/>
                </a:lnTo>
                <a:lnTo>
                  <a:pt x="423499" y="6883399"/>
                </a:lnTo>
                <a:lnTo>
                  <a:pt x="404576" y="6845299"/>
                </a:lnTo>
                <a:lnTo>
                  <a:pt x="386060" y="6807199"/>
                </a:lnTo>
                <a:lnTo>
                  <a:pt x="367953" y="6769099"/>
                </a:lnTo>
                <a:lnTo>
                  <a:pt x="350256" y="6718299"/>
                </a:lnTo>
                <a:lnTo>
                  <a:pt x="332972" y="6680199"/>
                </a:lnTo>
                <a:lnTo>
                  <a:pt x="316101" y="6642099"/>
                </a:lnTo>
                <a:lnTo>
                  <a:pt x="299647" y="6603999"/>
                </a:lnTo>
                <a:lnTo>
                  <a:pt x="283610" y="6565899"/>
                </a:lnTo>
                <a:lnTo>
                  <a:pt x="267993" y="6527799"/>
                </a:lnTo>
                <a:lnTo>
                  <a:pt x="252798" y="6489699"/>
                </a:lnTo>
                <a:lnTo>
                  <a:pt x="238026" y="6451599"/>
                </a:lnTo>
                <a:lnTo>
                  <a:pt x="223679" y="6413499"/>
                </a:lnTo>
                <a:lnTo>
                  <a:pt x="209760" y="6375399"/>
                </a:lnTo>
                <a:lnTo>
                  <a:pt x="196269" y="6337299"/>
                </a:lnTo>
                <a:lnTo>
                  <a:pt x="183209" y="6299199"/>
                </a:lnTo>
                <a:lnTo>
                  <a:pt x="170582" y="6248399"/>
                </a:lnTo>
                <a:lnTo>
                  <a:pt x="158390" y="6210299"/>
                </a:lnTo>
                <a:lnTo>
                  <a:pt x="146634" y="6172199"/>
                </a:lnTo>
                <a:lnTo>
                  <a:pt x="135316" y="6134099"/>
                </a:lnTo>
                <a:lnTo>
                  <a:pt x="124438" y="6095999"/>
                </a:lnTo>
                <a:lnTo>
                  <a:pt x="114003" y="6057899"/>
                </a:lnTo>
                <a:lnTo>
                  <a:pt x="104011" y="6007099"/>
                </a:lnTo>
                <a:lnTo>
                  <a:pt x="94465" y="5968999"/>
                </a:lnTo>
                <a:lnTo>
                  <a:pt x="85366" y="5930899"/>
                </a:lnTo>
                <a:lnTo>
                  <a:pt x="76717" y="5892799"/>
                </a:lnTo>
                <a:lnTo>
                  <a:pt x="68519" y="5854699"/>
                </a:lnTo>
                <a:lnTo>
                  <a:pt x="60774" y="5803899"/>
                </a:lnTo>
                <a:lnTo>
                  <a:pt x="53484" y="5765799"/>
                </a:lnTo>
                <a:lnTo>
                  <a:pt x="46651" y="5727699"/>
                </a:lnTo>
                <a:lnTo>
                  <a:pt x="40277" y="5689599"/>
                </a:lnTo>
                <a:lnTo>
                  <a:pt x="34364" y="5638799"/>
                </a:lnTo>
                <a:lnTo>
                  <a:pt x="28912" y="5600699"/>
                </a:lnTo>
                <a:lnTo>
                  <a:pt x="23925" y="5562599"/>
                </a:lnTo>
                <a:lnTo>
                  <a:pt x="19405" y="5511799"/>
                </a:lnTo>
                <a:lnTo>
                  <a:pt x="15352" y="5473699"/>
                </a:lnTo>
                <a:lnTo>
                  <a:pt x="11769" y="5435599"/>
                </a:lnTo>
                <a:lnTo>
                  <a:pt x="8657" y="5397499"/>
                </a:lnTo>
                <a:lnTo>
                  <a:pt x="6020" y="5346699"/>
                </a:lnTo>
                <a:lnTo>
                  <a:pt x="3857" y="5308599"/>
                </a:lnTo>
                <a:lnTo>
                  <a:pt x="2172" y="5270499"/>
                </a:lnTo>
                <a:lnTo>
                  <a:pt x="966" y="5219699"/>
                </a:lnTo>
                <a:lnTo>
                  <a:pt x="242" y="5181599"/>
                </a:lnTo>
                <a:lnTo>
                  <a:pt x="0" y="5143499"/>
                </a:lnTo>
                <a:lnTo>
                  <a:pt x="242" y="5092699"/>
                </a:lnTo>
                <a:lnTo>
                  <a:pt x="966" y="5054599"/>
                </a:lnTo>
                <a:lnTo>
                  <a:pt x="2172" y="5003799"/>
                </a:lnTo>
                <a:lnTo>
                  <a:pt x="3857" y="4965699"/>
                </a:lnTo>
                <a:lnTo>
                  <a:pt x="6020" y="4927599"/>
                </a:lnTo>
                <a:lnTo>
                  <a:pt x="8657" y="4876799"/>
                </a:lnTo>
                <a:lnTo>
                  <a:pt x="11769" y="4838699"/>
                </a:lnTo>
                <a:lnTo>
                  <a:pt x="15352" y="4800599"/>
                </a:lnTo>
                <a:lnTo>
                  <a:pt x="19405" y="4762499"/>
                </a:lnTo>
                <a:lnTo>
                  <a:pt x="23925" y="4711699"/>
                </a:lnTo>
                <a:lnTo>
                  <a:pt x="28912" y="4673599"/>
                </a:lnTo>
                <a:lnTo>
                  <a:pt x="34364" y="4635499"/>
                </a:lnTo>
                <a:lnTo>
                  <a:pt x="40277" y="4584699"/>
                </a:lnTo>
                <a:lnTo>
                  <a:pt x="46651" y="4546599"/>
                </a:lnTo>
                <a:lnTo>
                  <a:pt x="53484" y="4508499"/>
                </a:lnTo>
                <a:lnTo>
                  <a:pt x="60774" y="4470399"/>
                </a:lnTo>
                <a:lnTo>
                  <a:pt x="68519" y="4419599"/>
                </a:lnTo>
                <a:lnTo>
                  <a:pt x="76717" y="4381499"/>
                </a:lnTo>
                <a:lnTo>
                  <a:pt x="85366" y="4343399"/>
                </a:lnTo>
                <a:lnTo>
                  <a:pt x="94465" y="4305299"/>
                </a:lnTo>
                <a:lnTo>
                  <a:pt x="104011" y="4267199"/>
                </a:lnTo>
                <a:lnTo>
                  <a:pt x="114003" y="4216399"/>
                </a:lnTo>
                <a:lnTo>
                  <a:pt x="124438" y="4178299"/>
                </a:lnTo>
                <a:lnTo>
                  <a:pt x="135316" y="4140199"/>
                </a:lnTo>
                <a:lnTo>
                  <a:pt x="146634" y="4102099"/>
                </a:lnTo>
                <a:lnTo>
                  <a:pt x="158390" y="4063999"/>
                </a:lnTo>
                <a:lnTo>
                  <a:pt x="170582" y="4025899"/>
                </a:lnTo>
                <a:lnTo>
                  <a:pt x="183209" y="3975099"/>
                </a:lnTo>
                <a:lnTo>
                  <a:pt x="196269" y="3936999"/>
                </a:lnTo>
                <a:lnTo>
                  <a:pt x="209760" y="3898899"/>
                </a:lnTo>
                <a:lnTo>
                  <a:pt x="223679" y="3860799"/>
                </a:lnTo>
                <a:lnTo>
                  <a:pt x="238026" y="3822699"/>
                </a:lnTo>
                <a:lnTo>
                  <a:pt x="252798" y="3784599"/>
                </a:lnTo>
                <a:lnTo>
                  <a:pt x="267993" y="3746499"/>
                </a:lnTo>
                <a:lnTo>
                  <a:pt x="283610" y="3708399"/>
                </a:lnTo>
                <a:lnTo>
                  <a:pt x="299647" y="3670299"/>
                </a:lnTo>
                <a:lnTo>
                  <a:pt x="316101" y="3632199"/>
                </a:lnTo>
                <a:lnTo>
                  <a:pt x="332972" y="3594099"/>
                </a:lnTo>
                <a:lnTo>
                  <a:pt x="350256" y="3555999"/>
                </a:lnTo>
                <a:lnTo>
                  <a:pt x="367953" y="3505199"/>
                </a:lnTo>
                <a:lnTo>
                  <a:pt x="386060" y="3467099"/>
                </a:lnTo>
                <a:lnTo>
                  <a:pt x="404576" y="3428999"/>
                </a:lnTo>
                <a:lnTo>
                  <a:pt x="423499" y="3390899"/>
                </a:lnTo>
                <a:lnTo>
                  <a:pt x="442826" y="3365499"/>
                </a:lnTo>
                <a:lnTo>
                  <a:pt x="462556" y="3327399"/>
                </a:lnTo>
                <a:lnTo>
                  <a:pt x="482688" y="3289299"/>
                </a:lnTo>
                <a:lnTo>
                  <a:pt x="503219" y="3251199"/>
                </a:lnTo>
                <a:lnTo>
                  <a:pt x="524147" y="3213099"/>
                </a:lnTo>
                <a:lnTo>
                  <a:pt x="545470" y="3174999"/>
                </a:lnTo>
                <a:lnTo>
                  <a:pt x="567188" y="3136899"/>
                </a:lnTo>
                <a:lnTo>
                  <a:pt x="589297" y="3098799"/>
                </a:lnTo>
                <a:lnTo>
                  <a:pt x="611796" y="3060699"/>
                </a:lnTo>
                <a:lnTo>
                  <a:pt x="634683" y="3022599"/>
                </a:lnTo>
                <a:lnTo>
                  <a:pt x="657957" y="2984499"/>
                </a:lnTo>
                <a:lnTo>
                  <a:pt x="681615" y="2946399"/>
                </a:lnTo>
                <a:lnTo>
                  <a:pt x="705655" y="2920999"/>
                </a:lnTo>
                <a:lnTo>
                  <a:pt x="730076" y="2882899"/>
                </a:lnTo>
                <a:lnTo>
                  <a:pt x="754876" y="2844799"/>
                </a:lnTo>
                <a:lnTo>
                  <a:pt x="780053" y="2806699"/>
                </a:lnTo>
                <a:lnTo>
                  <a:pt x="805605" y="2768599"/>
                </a:lnTo>
                <a:lnTo>
                  <a:pt x="831531" y="2743199"/>
                </a:lnTo>
                <a:lnTo>
                  <a:pt x="857828" y="2705099"/>
                </a:lnTo>
                <a:lnTo>
                  <a:pt x="884494" y="2666999"/>
                </a:lnTo>
                <a:lnTo>
                  <a:pt x="911528" y="2628899"/>
                </a:lnTo>
                <a:lnTo>
                  <a:pt x="938928" y="2603499"/>
                </a:lnTo>
                <a:lnTo>
                  <a:pt x="966691" y="2565399"/>
                </a:lnTo>
                <a:lnTo>
                  <a:pt x="994817" y="2527299"/>
                </a:lnTo>
                <a:lnTo>
                  <a:pt x="1023303" y="2501899"/>
                </a:lnTo>
                <a:lnTo>
                  <a:pt x="1052148" y="2463799"/>
                </a:lnTo>
                <a:lnTo>
                  <a:pt x="1081349" y="2425699"/>
                </a:lnTo>
                <a:lnTo>
                  <a:pt x="1110905" y="2400299"/>
                </a:lnTo>
                <a:lnTo>
                  <a:pt x="1140814" y="2362199"/>
                </a:lnTo>
                <a:lnTo>
                  <a:pt x="1171073" y="2324099"/>
                </a:lnTo>
                <a:lnTo>
                  <a:pt x="1201682" y="2298699"/>
                </a:lnTo>
                <a:lnTo>
                  <a:pt x="1232638" y="2260599"/>
                </a:lnTo>
                <a:lnTo>
                  <a:pt x="1263939" y="2222499"/>
                </a:lnTo>
                <a:lnTo>
                  <a:pt x="1295584" y="2197099"/>
                </a:lnTo>
                <a:lnTo>
                  <a:pt x="1327571" y="2158999"/>
                </a:lnTo>
                <a:lnTo>
                  <a:pt x="1359897" y="2133599"/>
                </a:lnTo>
                <a:lnTo>
                  <a:pt x="1392561" y="2095499"/>
                </a:lnTo>
                <a:lnTo>
                  <a:pt x="1425562" y="2070099"/>
                </a:lnTo>
                <a:lnTo>
                  <a:pt x="1458896" y="2031999"/>
                </a:lnTo>
                <a:lnTo>
                  <a:pt x="1492564" y="2006599"/>
                </a:lnTo>
                <a:lnTo>
                  <a:pt x="1526561" y="1968499"/>
                </a:lnTo>
                <a:lnTo>
                  <a:pt x="1595541" y="1917699"/>
                </a:lnTo>
                <a:lnTo>
                  <a:pt x="1630519" y="1879599"/>
                </a:lnTo>
                <a:lnTo>
                  <a:pt x="1665820" y="1854199"/>
                </a:lnTo>
                <a:lnTo>
                  <a:pt x="1701442" y="1816099"/>
                </a:lnTo>
                <a:lnTo>
                  <a:pt x="1773644" y="1765299"/>
                </a:lnTo>
                <a:lnTo>
                  <a:pt x="1810219" y="1727199"/>
                </a:lnTo>
                <a:lnTo>
                  <a:pt x="1884309" y="1676399"/>
                </a:lnTo>
                <a:lnTo>
                  <a:pt x="1921819" y="1638299"/>
                </a:lnTo>
                <a:lnTo>
                  <a:pt x="2036194" y="1562099"/>
                </a:lnTo>
                <a:lnTo>
                  <a:pt x="2074927" y="1523999"/>
                </a:lnTo>
                <a:lnTo>
                  <a:pt x="2232848" y="1422399"/>
                </a:lnTo>
                <a:lnTo>
                  <a:pt x="2273066" y="1384299"/>
                </a:lnTo>
                <a:lnTo>
                  <a:pt x="2436836" y="1282699"/>
                </a:lnTo>
                <a:lnTo>
                  <a:pt x="2647927" y="1155699"/>
                </a:lnTo>
                <a:lnTo>
                  <a:pt x="2865888" y="1028699"/>
                </a:lnTo>
                <a:lnTo>
                  <a:pt x="2910284" y="1003299"/>
                </a:lnTo>
                <a:lnTo>
                  <a:pt x="2954944" y="990599"/>
                </a:lnTo>
                <a:lnTo>
                  <a:pt x="3136183" y="888999"/>
                </a:lnTo>
                <a:lnTo>
                  <a:pt x="3182133" y="876299"/>
                </a:lnTo>
                <a:lnTo>
                  <a:pt x="3274790" y="825499"/>
                </a:lnTo>
                <a:lnTo>
                  <a:pt x="3321492" y="812799"/>
                </a:lnTo>
                <a:lnTo>
                  <a:pt x="3415636" y="761999"/>
                </a:lnTo>
                <a:lnTo>
                  <a:pt x="3463073" y="749299"/>
                </a:lnTo>
                <a:lnTo>
                  <a:pt x="3558671" y="698499"/>
                </a:lnTo>
                <a:lnTo>
                  <a:pt x="3606827" y="685799"/>
                </a:lnTo>
                <a:lnTo>
                  <a:pt x="3655219" y="660399"/>
                </a:lnTo>
                <a:lnTo>
                  <a:pt x="3703845" y="647699"/>
                </a:lnTo>
                <a:lnTo>
                  <a:pt x="3752703" y="622299"/>
                </a:lnTo>
                <a:lnTo>
                  <a:pt x="3801791" y="609599"/>
                </a:lnTo>
                <a:lnTo>
                  <a:pt x="3851108" y="584199"/>
                </a:lnTo>
                <a:lnTo>
                  <a:pt x="3900651" y="571499"/>
                </a:lnTo>
                <a:lnTo>
                  <a:pt x="3950419" y="546099"/>
                </a:lnTo>
                <a:lnTo>
                  <a:pt x="4000409" y="533399"/>
                </a:lnTo>
                <a:lnTo>
                  <a:pt x="4050621" y="507999"/>
                </a:lnTo>
                <a:lnTo>
                  <a:pt x="4151699" y="482599"/>
                </a:lnTo>
                <a:lnTo>
                  <a:pt x="4202563" y="457199"/>
                </a:lnTo>
                <a:lnTo>
                  <a:pt x="4356426" y="419099"/>
                </a:lnTo>
                <a:lnTo>
                  <a:pt x="4408132" y="393699"/>
                </a:lnTo>
                <a:lnTo>
                  <a:pt x="4616999" y="342899"/>
                </a:lnTo>
                <a:lnTo>
                  <a:pt x="4669717" y="317499"/>
                </a:lnTo>
                <a:lnTo>
                  <a:pt x="5207414" y="190499"/>
                </a:lnTo>
                <a:lnTo>
                  <a:pt x="9227615" y="190499"/>
                </a:lnTo>
                <a:lnTo>
                  <a:pt x="9765313" y="317499"/>
                </a:lnTo>
                <a:lnTo>
                  <a:pt x="9818031" y="342899"/>
                </a:lnTo>
                <a:lnTo>
                  <a:pt x="10026898" y="393699"/>
                </a:lnTo>
                <a:lnTo>
                  <a:pt x="10078604" y="419099"/>
                </a:lnTo>
                <a:lnTo>
                  <a:pt x="10232467" y="457199"/>
                </a:lnTo>
                <a:lnTo>
                  <a:pt x="10283330" y="482599"/>
                </a:lnTo>
                <a:lnTo>
                  <a:pt x="10384409" y="507999"/>
                </a:lnTo>
                <a:lnTo>
                  <a:pt x="10434620" y="533399"/>
                </a:lnTo>
                <a:lnTo>
                  <a:pt x="10484611" y="546099"/>
                </a:lnTo>
                <a:lnTo>
                  <a:pt x="10534379" y="571499"/>
                </a:lnTo>
                <a:lnTo>
                  <a:pt x="10583922" y="584199"/>
                </a:lnTo>
                <a:lnTo>
                  <a:pt x="10633238" y="609599"/>
                </a:lnTo>
                <a:lnTo>
                  <a:pt x="10682327" y="622299"/>
                </a:lnTo>
                <a:lnTo>
                  <a:pt x="10731185" y="647699"/>
                </a:lnTo>
                <a:lnTo>
                  <a:pt x="10779811" y="660399"/>
                </a:lnTo>
                <a:lnTo>
                  <a:pt x="10828203" y="685799"/>
                </a:lnTo>
                <a:lnTo>
                  <a:pt x="10876359" y="698499"/>
                </a:lnTo>
                <a:lnTo>
                  <a:pt x="10971956" y="749299"/>
                </a:lnTo>
                <a:lnTo>
                  <a:pt x="11019394" y="761999"/>
                </a:lnTo>
                <a:lnTo>
                  <a:pt x="11113538" y="812799"/>
                </a:lnTo>
                <a:lnTo>
                  <a:pt x="11160240" y="825499"/>
                </a:lnTo>
                <a:lnTo>
                  <a:pt x="11252896" y="876299"/>
                </a:lnTo>
                <a:lnTo>
                  <a:pt x="11298847" y="888999"/>
                </a:lnTo>
                <a:lnTo>
                  <a:pt x="11480086" y="990599"/>
                </a:lnTo>
                <a:lnTo>
                  <a:pt x="11524746" y="1003299"/>
                </a:lnTo>
                <a:lnTo>
                  <a:pt x="11569142" y="1028699"/>
                </a:lnTo>
                <a:lnTo>
                  <a:pt x="11787103" y="1155699"/>
                </a:lnTo>
                <a:lnTo>
                  <a:pt x="11998194" y="1282699"/>
                </a:lnTo>
                <a:lnTo>
                  <a:pt x="12161963" y="1384299"/>
                </a:lnTo>
                <a:lnTo>
                  <a:pt x="12202182" y="1422399"/>
                </a:lnTo>
                <a:lnTo>
                  <a:pt x="12360103" y="1523999"/>
                </a:lnTo>
                <a:lnTo>
                  <a:pt x="12398835" y="1562099"/>
                </a:lnTo>
                <a:lnTo>
                  <a:pt x="12513210" y="1638299"/>
                </a:lnTo>
                <a:lnTo>
                  <a:pt x="12550721" y="1676399"/>
                </a:lnTo>
                <a:lnTo>
                  <a:pt x="12624811" y="1727199"/>
                </a:lnTo>
                <a:lnTo>
                  <a:pt x="12661386" y="1765299"/>
                </a:lnTo>
                <a:lnTo>
                  <a:pt x="12733587" y="1816099"/>
                </a:lnTo>
                <a:lnTo>
                  <a:pt x="12769210" y="1854199"/>
                </a:lnTo>
                <a:lnTo>
                  <a:pt x="12804511" y="1879599"/>
                </a:lnTo>
                <a:lnTo>
                  <a:pt x="12839489" y="1917699"/>
                </a:lnTo>
                <a:lnTo>
                  <a:pt x="12908469" y="1968499"/>
                </a:lnTo>
                <a:lnTo>
                  <a:pt x="12942466" y="2006599"/>
                </a:lnTo>
                <a:lnTo>
                  <a:pt x="12976133" y="2031999"/>
                </a:lnTo>
                <a:lnTo>
                  <a:pt x="13009468" y="2070099"/>
                </a:lnTo>
                <a:lnTo>
                  <a:pt x="13042469" y="2095499"/>
                </a:lnTo>
                <a:lnTo>
                  <a:pt x="13075133" y="2133599"/>
                </a:lnTo>
                <a:lnTo>
                  <a:pt x="13107459" y="2158999"/>
                </a:lnTo>
                <a:lnTo>
                  <a:pt x="13139446" y="2197099"/>
                </a:lnTo>
                <a:lnTo>
                  <a:pt x="13171091" y="2222499"/>
                </a:lnTo>
                <a:lnTo>
                  <a:pt x="13202392" y="2260599"/>
                </a:lnTo>
                <a:lnTo>
                  <a:pt x="13233348" y="2298699"/>
                </a:lnTo>
                <a:lnTo>
                  <a:pt x="13263957" y="2324099"/>
                </a:lnTo>
                <a:lnTo>
                  <a:pt x="13294216" y="2362199"/>
                </a:lnTo>
                <a:lnTo>
                  <a:pt x="13324125" y="2400299"/>
                </a:lnTo>
                <a:lnTo>
                  <a:pt x="13353681" y="2425699"/>
                </a:lnTo>
                <a:lnTo>
                  <a:pt x="13382882" y="2463799"/>
                </a:lnTo>
                <a:lnTo>
                  <a:pt x="13411726" y="2501899"/>
                </a:lnTo>
                <a:lnTo>
                  <a:pt x="13440212" y="2527299"/>
                </a:lnTo>
                <a:lnTo>
                  <a:pt x="13468338" y="2565399"/>
                </a:lnTo>
                <a:lnTo>
                  <a:pt x="13496102" y="2603499"/>
                </a:lnTo>
                <a:lnTo>
                  <a:pt x="13523502" y="2628899"/>
                </a:lnTo>
                <a:lnTo>
                  <a:pt x="13550536" y="2666999"/>
                </a:lnTo>
                <a:lnTo>
                  <a:pt x="13577202" y="2705099"/>
                </a:lnTo>
                <a:lnTo>
                  <a:pt x="13603499" y="2743199"/>
                </a:lnTo>
                <a:lnTo>
                  <a:pt x="13629424" y="2768599"/>
                </a:lnTo>
                <a:lnTo>
                  <a:pt x="13654976" y="2806699"/>
                </a:lnTo>
                <a:lnTo>
                  <a:pt x="13680153" y="2844799"/>
                </a:lnTo>
                <a:lnTo>
                  <a:pt x="13704953" y="2882899"/>
                </a:lnTo>
                <a:lnTo>
                  <a:pt x="13729375" y="2920999"/>
                </a:lnTo>
                <a:lnTo>
                  <a:pt x="13753415" y="2946399"/>
                </a:lnTo>
                <a:lnTo>
                  <a:pt x="13777073" y="2984499"/>
                </a:lnTo>
                <a:lnTo>
                  <a:pt x="13800347" y="3022599"/>
                </a:lnTo>
                <a:lnTo>
                  <a:pt x="13823234" y="3060699"/>
                </a:lnTo>
                <a:lnTo>
                  <a:pt x="13845733" y="3098799"/>
                </a:lnTo>
                <a:lnTo>
                  <a:pt x="13867842" y="3136899"/>
                </a:lnTo>
                <a:lnTo>
                  <a:pt x="13889560" y="3174999"/>
                </a:lnTo>
                <a:lnTo>
                  <a:pt x="13910883" y="3213099"/>
                </a:lnTo>
                <a:lnTo>
                  <a:pt x="13931811" y="3251199"/>
                </a:lnTo>
                <a:lnTo>
                  <a:pt x="13952342" y="3289299"/>
                </a:lnTo>
                <a:lnTo>
                  <a:pt x="13972473" y="3327399"/>
                </a:lnTo>
                <a:lnTo>
                  <a:pt x="13992204" y="3365499"/>
                </a:lnTo>
                <a:lnTo>
                  <a:pt x="14011531" y="3390899"/>
                </a:lnTo>
                <a:lnTo>
                  <a:pt x="14030454" y="3428999"/>
                </a:lnTo>
                <a:lnTo>
                  <a:pt x="14048969" y="3467099"/>
                </a:lnTo>
                <a:lnTo>
                  <a:pt x="14067077" y="3505199"/>
                </a:lnTo>
                <a:lnTo>
                  <a:pt x="14084773" y="3555999"/>
                </a:lnTo>
                <a:lnTo>
                  <a:pt x="14102058" y="3594099"/>
                </a:lnTo>
                <a:lnTo>
                  <a:pt x="14118929" y="3632199"/>
                </a:lnTo>
                <a:lnTo>
                  <a:pt x="14135383" y="3670299"/>
                </a:lnTo>
                <a:lnTo>
                  <a:pt x="14151420" y="3708399"/>
                </a:lnTo>
                <a:lnTo>
                  <a:pt x="14167037" y="3746499"/>
                </a:lnTo>
                <a:lnTo>
                  <a:pt x="14182232" y="3784599"/>
                </a:lnTo>
                <a:lnTo>
                  <a:pt x="14197004" y="3822699"/>
                </a:lnTo>
                <a:lnTo>
                  <a:pt x="14211351" y="3860799"/>
                </a:lnTo>
                <a:lnTo>
                  <a:pt x="14225270" y="3898899"/>
                </a:lnTo>
                <a:lnTo>
                  <a:pt x="14238761" y="3936999"/>
                </a:lnTo>
                <a:lnTo>
                  <a:pt x="14251821" y="3975099"/>
                </a:lnTo>
                <a:lnTo>
                  <a:pt x="14264448" y="4025899"/>
                </a:lnTo>
                <a:lnTo>
                  <a:pt x="14276640" y="4063999"/>
                </a:lnTo>
                <a:lnTo>
                  <a:pt x="14288396" y="4102099"/>
                </a:lnTo>
                <a:lnTo>
                  <a:pt x="14299714" y="4140199"/>
                </a:lnTo>
                <a:lnTo>
                  <a:pt x="14310592" y="4178299"/>
                </a:lnTo>
                <a:lnTo>
                  <a:pt x="14321027" y="4216399"/>
                </a:lnTo>
                <a:lnTo>
                  <a:pt x="14331019" y="4267199"/>
                </a:lnTo>
                <a:lnTo>
                  <a:pt x="14340565" y="4305299"/>
                </a:lnTo>
                <a:lnTo>
                  <a:pt x="14349664" y="4343399"/>
                </a:lnTo>
                <a:lnTo>
                  <a:pt x="14358313" y="4381499"/>
                </a:lnTo>
                <a:lnTo>
                  <a:pt x="14366511" y="4419599"/>
                </a:lnTo>
                <a:lnTo>
                  <a:pt x="14374256" y="4470399"/>
                </a:lnTo>
                <a:lnTo>
                  <a:pt x="14381546" y="4508499"/>
                </a:lnTo>
                <a:lnTo>
                  <a:pt x="14388378" y="4546599"/>
                </a:lnTo>
                <a:lnTo>
                  <a:pt x="14394753" y="4584699"/>
                </a:lnTo>
                <a:lnTo>
                  <a:pt x="14400666" y="4635499"/>
                </a:lnTo>
                <a:lnTo>
                  <a:pt x="14406118" y="4673599"/>
                </a:lnTo>
                <a:lnTo>
                  <a:pt x="14411105" y="4711699"/>
                </a:lnTo>
                <a:lnTo>
                  <a:pt x="14415625" y="4762499"/>
                </a:lnTo>
                <a:lnTo>
                  <a:pt x="14419678" y="4800599"/>
                </a:lnTo>
                <a:lnTo>
                  <a:pt x="14423261" y="4838699"/>
                </a:lnTo>
                <a:lnTo>
                  <a:pt x="14425909" y="4864099"/>
                </a:lnTo>
                <a:lnTo>
                  <a:pt x="14425909" y="5397499"/>
                </a:lnTo>
                <a:lnTo>
                  <a:pt x="14423261" y="5435599"/>
                </a:lnTo>
                <a:lnTo>
                  <a:pt x="14419678" y="5473699"/>
                </a:lnTo>
                <a:lnTo>
                  <a:pt x="14415625" y="5511799"/>
                </a:lnTo>
                <a:lnTo>
                  <a:pt x="14411105" y="5562599"/>
                </a:lnTo>
                <a:lnTo>
                  <a:pt x="14406118" y="5600699"/>
                </a:lnTo>
                <a:lnTo>
                  <a:pt x="14400666" y="5638799"/>
                </a:lnTo>
                <a:lnTo>
                  <a:pt x="14394753" y="5689599"/>
                </a:lnTo>
                <a:lnTo>
                  <a:pt x="14388378" y="5727699"/>
                </a:lnTo>
                <a:lnTo>
                  <a:pt x="14381546" y="5765799"/>
                </a:lnTo>
                <a:lnTo>
                  <a:pt x="14374256" y="5803899"/>
                </a:lnTo>
                <a:lnTo>
                  <a:pt x="14366511" y="5854699"/>
                </a:lnTo>
                <a:lnTo>
                  <a:pt x="14358313" y="5892799"/>
                </a:lnTo>
                <a:lnTo>
                  <a:pt x="14349664" y="5930899"/>
                </a:lnTo>
                <a:lnTo>
                  <a:pt x="14340565" y="5968999"/>
                </a:lnTo>
                <a:lnTo>
                  <a:pt x="14331019" y="6007099"/>
                </a:lnTo>
                <a:lnTo>
                  <a:pt x="14321027" y="6057899"/>
                </a:lnTo>
                <a:lnTo>
                  <a:pt x="14310592" y="6095999"/>
                </a:lnTo>
                <a:lnTo>
                  <a:pt x="14299714" y="6134099"/>
                </a:lnTo>
                <a:lnTo>
                  <a:pt x="14288396" y="6172199"/>
                </a:lnTo>
                <a:lnTo>
                  <a:pt x="14276640" y="6210299"/>
                </a:lnTo>
                <a:lnTo>
                  <a:pt x="14264448" y="6248399"/>
                </a:lnTo>
                <a:lnTo>
                  <a:pt x="14251821" y="6299199"/>
                </a:lnTo>
                <a:lnTo>
                  <a:pt x="14238761" y="6337299"/>
                </a:lnTo>
                <a:lnTo>
                  <a:pt x="14225270" y="6375399"/>
                </a:lnTo>
                <a:lnTo>
                  <a:pt x="14211351" y="6413499"/>
                </a:lnTo>
                <a:lnTo>
                  <a:pt x="14197004" y="6451599"/>
                </a:lnTo>
                <a:lnTo>
                  <a:pt x="14182232" y="6489699"/>
                </a:lnTo>
                <a:lnTo>
                  <a:pt x="14167037" y="6527799"/>
                </a:lnTo>
                <a:lnTo>
                  <a:pt x="14151420" y="6565899"/>
                </a:lnTo>
                <a:lnTo>
                  <a:pt x="14135383" y="6603999"/>
                </a:lnTo>
                <a:lnTo>
                  <a:pt x="14118929" y="6642099"/>
                </a:lnTo>
                <a:lnTo>
                  <a:pt x="14102058" y="6680199"/>
                </a:lnTo>
                <a:lnTo>
                  <a:pt x="14084773" y="6718299"/>
                </a:lnTo>
                <a:lnTo>
                  <a:pt x="14067077" y="6769099"/>
                </a:lnTo>
                <a:lnTo>
                  <a:pt x="14048969" y="6807199"/>
                </a:lnTo>
                <a:lnTo>
                  <a:pt x="14030454" y="6845299"/>
                </a:lnTo>
                <a:lnTo>
                  <a:pt x="14011531" y="6883399"/>
                </a:lnTo>
                <a:lnTo>
                  <a:pt x="13992204" y="6908799"/>
                </a:lnTo>
                <a:lnTo>
                  <a:pt x="13972473" y="6946899"/>
                </a:lnTo>
                <a:lnTo>
                  <a:pt x="13952342" y="6984999"/>
                </a:lnTo>
                <a:lnTo>
                  <a:pt x="13931811" y="7023099"/>
                </a:lnTo>
                <a:lnTo>
                  <a:pt x="13910883" y="7061199"/>
                </a:lnTo>
                <a:lnTo>
                  <a:pt x="13889560" y="7099299"/>
                </a:lnTo>
                <a:lnTo>
                  <a:pt x="13867842" y="7137399"/>
                </a:lnTo>
                <a:lnTo>
                  <a:pt x="13845733" y="7175499"/>
                </a:lnTo>
                <a:lnTo>
                  <a:pt x="13823234" y="7213599"/>
                </a:lnTo>
                <a:lnTo>
                  <a:pt x="13800347" y="7251699"/>
                </a:lnTo>
                <a:lnTo>
                  <a:pt x="13777073" y="7289799"/>
                </a:lnTo>
                <a:lnTo>
                  <a:pt x="13753415" y="7327899"/>
                </a:lnTo>
                <a:lnTo>
                  <a:pt x="13729375" y="7353299"/>
                </a:lnTo>
                <a:lnTo>
                  <a:pt x="13704953" y="7391399"/>
                </a:lnTo>
                <a:lnTo>
                  <a:pt x="13680153" y="7429499"/>
                </a:lnTo>
                <a:lnTo>
                  <a:pt x="13654976" y="7467599"/>
                </a:lnTo>
                <a:lnTo>
                  <a:pt x="13629424" y="7505699"/>
                </a:lnTo>
                <a:lnTo>
                  <a:pt x="13603499" y="7531099"/>
                </a:lnTo>
                <a:lnTo>
                  <a:pt x="13577202" y="7569199"/>
                </a:lnTo>
                <a:lnTo>
                  <a:pt x="13550536" y="7607299"/>
                </a:lnTo>
                <a:lnTo>
                  <a:pt x="13523502" y="7645399"/>
                </a:lnTo>
                <a:lnTo>
                  <a:pt x="13496102" y="7670799"/>
                </a:lnTo>
                <a:lnTo>
                  <a:pt x="13468338" y="7708899"/>
                </a:lnTo>
                <a:lnTo>
                  <a:pt x="13440212" y="7746999"/>
                </a:lnTo>
                <a:lnTo>
                  <a:pt x="13411726" y="7772399"/>
                </a:lnTo>
                <a:lnTo>
                  <a:pt x="13382882" y="7810499"/>
                </a:lnTo>
                <a:lnTo>
                  <a:pt x="13353681" y="7848599"/>
                </a:lnTo>
                <a:lnTo>
                  <a:pt x="13324125" y="7873999"/>
                </a:lnTo>
                <a:lnTo>
                  <a:pt x="13294216" y="7912099"/>
                </a:lnTo>
                <a:lnTo>
                  <a:pt x="13263957" y="7950199"/>
                </a:lnTo>
                <a:lnTo>
                  <a:pt x="13233348" y="7975599"/>
                </a:lnTo>
                <a:lnTo>
                  <a:pt x="13202392" y="8013699"/>
                </a:lnTo>
                <a:lnTo>
                  <a:pt x="13171091" y="8051799"/>
                </a:lnTo>
                <a:lnTo>
                  <a:pt x="13139446" y="8077199"/>
                </a:lnTo>
                <a:lnTo>
                  <a:pt x="13107459" y="8115299"/>
                </a:lnTo>
                <a:lnTo>
                  <a:pt x="13075133" y="8140699"/>
                </a:lnTo>
                <a:lnTo>
                  <a:pt x="13042469" y="8178799"/>
                </a:lnTo>
                <a:lnTo>
                  <a:pt x="13009468" y="8204199"/>
                </a:lnTo>
                <a:lnTo>
                  <a:pt x="12976133" y="8242299"/>
                </a:lnTo>
                <a:lnTo>
                  <a:pt x="12942466" y="8267699"/>
                </a:lnTo>
                <a:lnTo>
                  <a:pt x="12908469" y="8305799"/>
                </a:lnTo>
                <a:lnTo>
                  <a:pt x="12839489" y="8356599"/>
                </a:lnTo>
                <a:lnTo>
                  <a:pt x="12804511" y="8394699"/>
                </a:lnTo>
                <a:lnTo>
                  <a:pt x="12769210" y="8420099"/>
                </a:lnTo>
                <a:lnTo>
                  <a:pt x="12733587" y="8458199"/>
                </a:lnTo>
                <a:lnTo>
                  <a:pt x="12661386" y="8508999"/>
                </a:lnTo>
                <a:lnTo>
                  <a:pt x="12624811" y="8547099"/>
                </a:lnTo>
                <a:lnTo>
                  <a:pt x="12550721" y="8597899"/>
                </a:lnTo>
                <a:lnTo>
                  <a:pt x="12513210" y="8635999"/>
                </a:lnTo>
                <a:lnTo>
                  <a:pt x="12398835" y="8712199"/>
                </a:lnTo>
                <a:lnTo>
                  <a:pt x="12360103" y="8750299"/>
                </a:lnTo>
                <a:lnTo>
                  <a:pt x="12202182" y="8851899"/>
                </a:lnTo>
                <a:lnTo>
                  <a:pt x="12161963" y="8889999"/>
                </a:lnTo>
                <a:lnTo>
                  <a:pt x="12121454" y="8915399"/>
                </a:lnTo>
                <a:lnTo>
                  <a:pt x="11956536" y="9016999"/>
                </a:lnTo>
                <a:lnTo>
                  <a:pt x="11744053" y="9143999"/>
                </a:lnTo>
                <a:lnTo>
                  <a:pt x="11524746" y="9270999"/>
                </a:lnTo>
                <a:lnTo>
                  <a:pt x="11480086" y="9283699"/>
                </a:lnTo>
                <a:lnTo>
                  <a:pt x="11298847" y="9385299"/>
                </a:lnTo>
                <a:lnTo>
                  <a:pt x="11252896" y="9397999"/>
                </a:lnTo>
                <a:lnTo>
                  <a:pt x="11160240" y="9448799"/>
                </a:lnTo>
                <a:lnTo>
                  <a:pt x="11113538" y="9461499"/>
                </a:lnTo>
                <a:lnTo>
                  <a:pt x="11019394" y="9512299"/>
                </a:lnTo>
                <a:lnTo>
                  <a:pt x="10971956" y="9524999"/>
                </a:lnTo>
                <a:lnTo>
                  <a:pt x="10876359" y="9575799"/>
                </a:lnTo>
                <a:lnTo>
                  <a:pt x="10828203" y="9588499"/>
                </a:lnTo>
                <a:lnTo>
                  <a:pt x="10779811" y="9613899"/>
                </a:lnTo>
                <a:lnTo>
                  <a:pt x="10731185" y="9626599"/>
                </a:lnTo>
                <a:lnTo>
                  <a:pt x="10682327" y="9651999"/>
                </a:lnTo>
                <a:lnTo>
                  <a:pt x="10633238" y="9664699"/>
                </a:lnTo>
                <a:lnTo>
                  <a:pt x="10583922" y="9690099"/>
                </a:lnTo>
                <a:lnTo>
                  <a:pt x="10534379" y="9702799"/>
                </a:lnTo>
                <a:lnTo>
                  <a:pt x="10484611" y="9728199"/>
                </a:lnTo>
                <a:lnTo>
                  <a:pt x="10434620" y="9740899"/>
                </a:lnTo>
                <a:lnTo>
                  <a:pt x="10384409" y="9766299"/>
                </a:lnTo>
                <a:lnTo>
                  <a:pt x="10283330" y="9791699"/>
                </a:lnTo>
                <a:lnTo>
                  <a:pt x="10232467" y="9817099"/>
                </a:lnTo>
                <a:lnTo>
                  <a:pt x="10078604" y="9855199"/>
                </a:lnTo>
                <a:lnTo>
                  <a:pt x="10026898" y="9880599"/>
                </a:lnTo>
                <a:lnTo>
                  <a:pt x="9818031" y="9931399"/>
                </a:lnTo>
                <a:lnTo>
                  <a:pt x="9765313" y="9956799"/>
                </a:lnTo>
                <a:lnTo>
                  <a:pt x="9227615" y="10083799"/>
                </a:lnTo>
                <a:close/>
              </a:path>
              <a:path w="14425930" h="10274300">
                <a:moveTo>
                  <a:pt x="8951967" y="10134599"/>
                </a:moveTo>
                <a:lnTo>
                  <a:pt x="5483062" y="10134599"/>
                </a:lnTo>
                <a:lnTo>
                  <a:pt x="5262195" y="10083799"/>
                </a:lnTo>
                <a:lnTo>
                  <a:pt x="9172835" y="10083799"/>
                </a:lnTo>
                <a:lnTo>
                  <a:pt x="8951967" y="10134599"/>
                </a:lnTo>
                <a:close/>
              </a:path>
              <a:path w="14425930" h="10274300">
                <a:moveTo>
                  <a:pt x="8728397" y="10172699"/>
                </a:moveTo>
                <a:lnTo>
                  <a:pt x="5706633" y="10172699"/>
                </a:lnTo>
                <a:lnTo>
                  <a:pt x="5538706" y="10134599"/>
                </a:lnTo>
                <a:lnTo>
                  <a:pt x="8896324" y="10134599"/>
                </a:lnTo>
                <a:lnTo>
                  <a:pt x="8728397" y="10172699"/>
                </a:lnTo>
                <a:close/>
              </a:path>
              <a:path w="14425930" h="10274300">
                <a:moveTo>
                  <a:pt x="8559017" y="10198099"/>
                </a:moveTo>
                <a:lnTo>
                  <a:pt x="5876013" y="10198099"/>
                </a:lnTo>
                <a:lnTo>
                  <a:pt x="5762934" y="10172699"/>
                </a:lnTo>
                <a:lnTo>
                  <a:pt x="8672096" y="10172699"/>
                </a:lnTo>
                <a:lnTo>
                  <a:pt x="8559017" y="10198099"/>
                </a:lnTo>
                <a:close/>
              </a:path>
              <a:path w="14425930" h="10274300">
                <a:moveTo>
                  <a:pt x="8445314" y="10210799"/>
                </a:moveTo>
                <a:lnTo>
                  <a:pt x="5989716" y="10210799"/>
                </a:lnTo>
                <a:lnTo>
                  <a:pt x="5932787" y="10198099"/>
                </a:lnTo>
                <a:lnTo>
                  <a:pt x="8502243" y="10198099"/>
                </a:lnTo>
                <a:lnTo>
                  <a:pt x="8445314" y="10210799"/>
                </a:lnTo>
                <a:close/>
              </a:path>
              <a:path w="14425930" h="10274300">
                <a:moveTo>
                  <a:pt x="8331002" y="10223499"/>
                </a:moveTo>
                <a:lnTo>
                  <a:pt x="6104028" y="10223499"/>
                </a:lnTo>
                <a:lnTo>
                  <a:pt x="6046797" y="10210799"/>
                </a:lnTo>
                <a:lnTo>
                  <a:pt x="8388233" y="10210799"/>
                </a:lnTo>
                <a:lnTo>
                  <a:pt x="8331002" y="10223499"/>
                </a:lnTo>
                <a:close/>
              </a:path>
              <a:path w="14425930" h="10274300">
                <a:moveTo>
                  <a:pt x="8216097" y="10236199"/>
                </a:moveTo>
                <a:lnTo>
                  <a:pt x="6218933" y="10236199"/>
                </a:lnTo>
                <a:lnTo>
                  <a:pt x="6161407" y="10223499"/>
                </a:lnTo>
                <a:lnTo>
                  <a:pt x="8273623" y="10223499"/>
                </a:lnTo>
                <a:lnTo>
                  <a:pt x="8216097" y="10236199"/>
                </a:lnTo>
                <a:close/>
              </a:path>
              <a:path w="14425930" h="10274300">
                <a:moveTo>
                  <a:pt x="8042657" y="10248899"/>
                </a:moveTo>
                <a:lnTo>
                  <a:pt x="6392373" y="10248899"/>
                </a:lnTo>
                <a:lnTo>
                  <a:pt x="6334418" y="10236199"/>
                </a:lnTo>
                <a:lnTo>
                  <a:pt x="8100612" y="10236199"/>
                </a:lnTo>
                <a:lnTo>
                  <a:pt x="8042657" y="10248899"/>
                </a:lnTo>
                <a:close/>
              </a:path>
              <a:path w="14425930" h="10274300">
                <a:moveTo>
                  <a:pt x="7926331" y="10261599"/>
                </a:moveTo>
                <a:lnTo>
                  <a:pt x="6508699" y="10261599"/>
                </a:lnTo>
                <a:lnTo>
                  <a:pt x="6450467" y="10248899"/>
                </a:lnTo>
                <a:lnTo>
                  <a:pt x="7984563" y="10248899"/>
                </a:lnTo>
                <a:lnTo>
                  <a:pt x="7926331" y="10261599"/>
                </a:lnTo>
                <a:close/>
              </a:path>
              <a:path w="14425930" h="10274300">
                <a:moveTo>
                  <a:pt x="7692069" y="10274299"/>
                </a:moveTo>
                <a:lnTo>
                  <a:pt x="6742961" y="10274299"/>
                </a:lnTo>
                <a:lnTo>
                  <a:pt x="6684199" y="10261599"/>
                </a:lnTo>
                <a:lnTo>
                  <a:pt x="7750831" y="10261599"/>
                </a:lnTo>
                <a:lnTo>
                  <a:pt x="7692069" y="10274299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7300" y="807779"/>
            <a:ext cx="15773400" cy="1468162"/>
          </a:xfrm>
          <a:prstGeom prst="rect">
            <a:avLst/>
          </a:prstGeom>
        </p:spPr>
        <p:txBody>
          <a:bodyPr vert="horz" wrap="square" lIns="0" tIns="250003" rIns="0" bIns="0" rtlCol="0">
            <a:spAutoFit/>
          </a:bodyPr>
          <a:lstStyle/>
          <a:p>
            <a:pPr marL="4025900">
              <a:lnSpc>
                <a:spcPct val="100000"/>
              </a:lnSpc>
              <a:spcBef>
                <a:spcPts val="115"/>
              </a:spcBef>
            </a:pPr>
            <a:r>
              <a:rPr lang="en-US" sz="7900" spc="-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sz="7900" spc="-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r>
              <a:rPr sz="7900" spc="-7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900" spc="-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7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22363" y="2346168"/>
            <a:ext cx="11365237" cy="651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25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give accurate predictions but restrict outputs to numerical values, limiting patient understanding.</a:t>
            </a:r>
          </a:p>
          <a:p>
            <a:pPr marL="469900" marR="5080" indent="-457200">
              <a:lnSpc>
                <a:spcPct val="125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Imaging-based methods are powerful yet lack integration with structured lifestyle and clinical data.</a:t>
            </a:r>
          </a:p>
          <a:p>
            <a:pPr marL="469900" marR="5080" indent="-457200">
              <a:lnSpc>
                <a:spcPct val="125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tools like Grad-CAM/SHAP aid transparency but remain too technical for patients</a:t>
            </a:r>
          </a:p>
          <a:p>
            <a:pPr marL="469900" marR="5080" indent="-457200">
              <a:lnSpc>
                <a:spcPct val="125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models create visuals, but these are generic and not personalized to patient data.</a:t>
            </a:r>
          </a:p>
          <a:p>
            <a:pPr marL="469900" marR="5080" indent="-457200">
              <a:lnSpc>
                <a:spcPct val="125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Infographic or narrative approaches improve clarity but stay static or text-only, missing visual engagement.</a:t>
            </a:r>
          </a:p>
          <a:p>
            <a:pPr marL="469900" marR="5080" indent="-457200">
              <a:lnSpc>
                <a:spcPct val="125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screening apps enhance accessibility but still rely on plain text and numbers without images.</a:t>
            </a:r>
          </a:p>
          <a:p>
            <a:pPr marL="469900" marR="5080" indent="-457200">
              <a:lnSpc>
                <a:spcPct val="125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prior work focuses on accuracy, overlooking patient-centered communication, personalized visuals, and report generation.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787254" y="9283700"/>
            <a:ext cx="2832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b="1" spc="-25" dirty="0">
                <a:latin typeface="Calibri"/>
                <a:cs typeface="Calibri"/>
              </a:rPr>
              <a:t>06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1D8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972406" y="5561943"/>
            <a:ext cx="6315710" cy="4725670"/>
          </a:xfrm>
          <a:custGeom>
            <a:avLst/>
            <a:gdLst/>
            <a:ahLst/>
            <a:cxnLst/>
            <a:rect l="l" t="t" r="r" b="b"/>
            <a:pathLst>
              <a:path w="6315709" h="4725670">
                <a:moveTo>
                  <a:pt x="4843431" y="12700"/>
                </a:moveTo>
                <a:lnTo>
                  <a:pt x="4354916" y="12700"/>
                </a:lnTo>
                <a:lnTo>
                  <a:pt x="4403512" y="0"/>
                </a:lnTo>
                <a:lnTo>
                  <a:pt x="4794835" y="0"/>
                </a:lnTo>
                <a:lnTo>
                  <a:pt x="4843431" y="12700"/>
                </a:lnTo>
                <a:close/>
              </a:path>
              <a:path w="6315709" h="4725670">
                <a:moveTo>
                  <a:pt x="5036461" y="25400"/>
                </a:moveTo>
                <a:lnTo>
                  <a:pt x="4161886" y="25400"/>
                </a:lnTo>
                <a:lnTo>
                  <a:pt x="4209935" y="12700"/>
                </a:lnTo>
                <a:lnTo>
                  <a:pt x="4988411" y="12700"/>
                </a:lnTo>
                <a:lnTo>
                  <a:pt x="5036461" y="25400"/>
                </a:lnTo>
                <a:close/>
              </a:path>
              <a:path w="6315709" h="4725670">
                <a:moveTo>
                  <a:pt x="5179741" y="38100"/>
                </a:moveTo>
                <a:lnTo>
                  <a:pt x="4018605" y="38100"/>
                </a:lnTo>
                <a:lnTo>
                  <a:pt x="4066218" y="25400"/>
                </a:lnTo>
                <a:lnTo>
                  <a:pt x="5132128" y="25400"/>
                </a:lnTo>
                <a:lnTo>
                  <a:pt x="5179741" y="38100"/>
                </a:lnTo>
                <a:close/>
              </a:path>
              <a:path w="6315709" h="4725670">
                <a:moveTo>
                  <a:pt x="5274512" y="50800"/>
                </a:moveTo>
                <a:lnTo>
                  <a:pt x="3923834" y="50800"/>
                </a:lnTo>
                <a:lnTo>
                  <a:pt x="3971143" y="38100"/>
                </a:lnTo>
                <a:lnTo>
                  <a:pt x="5227203" y="38100"/>
                </a:lnTo>
                <a:lnTo>
                  <a:pt x="5274512" y="50800"/>
                </a:lnTo>
                <a:close/>
              </a:path>
              <a:path w="6315709" h="4725670">
                <a:moveTo>
                  <a:pt x="5415495" y="76200"/>
                </a:moveTo>
                <a:lnTo>
                  <a:pt x="3782851" y="76200"/>
                </a:lnTo>
                <a:lnTo>
                  <a:pt x="3876681" y="50800"/>
                </a:lnTo>
                <a:lnTo>
                  <a:pt x="5321666" y="50800"/>
                </a:lnTo>
                <a:lnTo>
                  <a:pt x="5415495" y="76200"/>
                </a:lnTo>
                <a:close/>
              </a:path>
              <a:path w="6315709" h="4725670">
                <a:moveTo>
                  <a:pt x="5555008" y="101600"/>
                </a:moveTo>
                <a:lnTo>
                  <a:pt x="3643339" y="101600"/>
                </a:lnTo>
                <a:lnTo>
                  <a:pt x="3736181" y="76200"/>
                </a:lnTo>
                <a:lnTo>
                  <a:pt x="5462166" y="76200"/>
                </a:lnTo>
                <a:lnTo>
                  <a:pt x="5555008" y="101600"/>
                </a:lnTo>
                <a:close/>
              </a:path>
              <a:path w="6315709" h="4725670">
                <a:moveTo>
                  <a:pt x="6315594" y="4725056"/>
                </a:moveTo>
                <a:lnTo>
                  <a:pt x="8503" y="4725056"/>
                </a:lnTo>
                <a:lnTo>
                  <a:pt x="6375" y="4686300"/>
                </a:lnTo>
                <a:lnTo>
                  <a:pt x="4086" y="4635500"/>
                </a:lnTo>
                <a:lnTo>
                  <a:pt x="2302" y="4584700"/>
                </a:lnTo>
                <a:lnTo>
                  <a:pt x="1025" y="4546600"/>
                </a:lnTo>
                <a:lnTo>
                  <a:pt x="256" y="4495800"/>
                </a:lnTo>
                <a:lnTo>
                  <a:pt x="0" y="4445000"/>
                </a:lnTo>
                <a:lnTo>
                  <a:pt x="256" y="4406900"/>
                </a:lnTo>
                <a:lnTo>
                  <a:pt x="1025" y="4356100"/>
                </a:lnTo>
                <a:lnTo>
                  <a:pt x="2302" y="4305300"/>
                </a:lnTo>
                <a:lnTo>
                  <a:pt x="4086" y="4254500"/>
                </a:lnTo>
                <a:lnTo>
                  <a:pt x="6375" y="4216400"/>
                </a:lnTo>
                <a:lnTo>
                  <a:pt x="9164" y="4165600"/>
                </a:lnTo>
                <a:lnTo>
                  <a:pt x="12453" y="4114800"/>
                </a:lnTo>
                <a:lnTo>
                  <a:pt x="16238" y="4076700"/>
                </a:lnTo>
                <a:lnTo>
                  <a:pt x="20517" y="4025900"/>
                </a:lnTo>
                <a:lnTo>
                  <a:pt x="25288" y="3975100"/>
                </a:lnTo>
                <a:lnTo>
                  <a:pt x="30547" y="3937000"/>
                </a:lnTo>
                <a:lnTo>
                  <a:pt x="36293" y="3886200"/>
                </a:lnTo>
                <a:lnTo>
                  <a:pt x="42522" y="3835400"/>
                </a:lnTo>
                <a:lnTo>
                  <a:pt x="49233" y="3797300"/>
                </a:lnTo>
                <a:lnTo>
                  <a:pt x="56422" y="3746500"/>
                </a:lnTo>
                <a:lnTo>
                  <a:pt x="64087" y="3708400"/>
                </a:lnTo>
                <a:lnTo>
                  <a:pt x="72226" y="3657600"/>
                </a:lnTo>
                <a:lnTo>
                  <a:pt x="80835" y="3619500"/>
                </a:lnTo>
                <a:lnTo>
                  <a:pt x="89914" y="3568700"/>
                </a:lnTo>
                <a:lnTo>
                  <a:pt x="99458" y="3517900"/>
                </a:lnTo>
                <a:lnTo>
                  <a:pt x="109466" y="3479800"/>
                </a:lnTo>
                <a:lnTo>
                  <a:pt x="119934" y="3429000"/>
                </a:lnTo>
                <a:lnTo>
                  <a:pt x="130861" y="3390900"/>
                </a:lnTo>
                <a:lnTo>
                  <a:pt x="142243" y="3352800"/>
                </a:lnTo>
                <a:lnTo>
                  <a:pt x="154079" y="3302000"/>
                </a:lnTo>
                <a:lnTo>
                  <a:pt x="166365" y="3263900"/>
                </a:lnTo>
                <a:lnTo>
                  <a:pt x="179100" y="3213100"/>
                </a:lnTo>
                <a:lnTo>
                  <a:pt x="192280" y="3175000"/>
                </a:lnTo>
                <a:lnTo>
                  <a:pt x="205903" y="3124200"/>
                </a:lnTo>
                <a:lnTo>
                  <a:pt x="219967" y="3086100"/>
                </a:lnTo>
                <a:lnTo>
                  <a:pt x="234468" y="3048000"/>
                </a:lnTo>
                <a:lnTo>
                  <a:pt x="249405" y="2997200"/>
                </a:lnTo>
                <a:lnTo>
                  <a:pt x="264775" y="2959100"/>
                </a:lnTo>
                <a:lnTo>
                  <a:pt x="280576" y="2921000"/>
                </a:lnTo>
                <a:lnTo>
                  <a:pt x="296804" y="2870200"/>
                </a:lnTo>
                <a:lnTo>
                  <a:pt x="313457" y="2832100"/>
                </a:lnTo>
                <a:lnTo>
                  <a:pt x="330533" y="2794000"/>
                </a:lnTo>
                <a:lnTo>
                  <a:pt x="348029" y="2743200"/>
                </a:lnTo>
                <a:lnTo>
                  <a:pt x="365943" y="2705100"/>
                </a:lnTo>
                <a:lnTo>
                  <a:pt x="384272" y="2667000"/>
                </a:lnTo>
                <a:lnTo>
                  <a:pt x="403013" y="2628900"/>
                </a:lnTo>
                <a:lnTo>
                  <a:pt x="422164" y="2578100"/>
                </a:lnTo>
                <a:lnTo>
                  <a:pt x="441723" y="2540000"/>
                </a:lnTo>
                <a:lnTo>
                  <a:pt x="461687" y="2501900"/>
                </a:lnTo>
                <a:lnTo>
                  <a:pt x="482053" y="2463800"/>
                </a:lnTo>
                <a:lnTo>
                  <a:pt x="502819" y="2425700"/>
                </a:lnTo>
                <a:lnTo>
                  <a:pt x="523982" y="2387600"/>
                </a:lnTo>
                <a:lnTo>
                  <a:pt x="545540" y="2349500"/>
                </a:lnTo>
                <a:lnTo>
                  <a:pt x="567490" y="2311400"/>
                </a:lnTo>
                <a:lnTo>
                  <a:pt x="589830" y="2273300"/>
                </a:lnTo>
                <a:lnTo>
                  <a:pt x="612557" y="2235200"/>
                </a:lnTo>
                <a:lnTo>
                  <a:pt x="635668" y="2197100"/>
                </a:lnTo>
                <a:lnTo>
                  <a:pt x="659161" y="2159000"/>
                </a:lnTo>
                <a:lnTo>
                  <a:pt x="683034" y="2120900"/>
                </a:lnTo>
                <a:lnTo>
                  <a:pt x="707284" y="2082800"/>
                </a:lnTo>
                <a:lnTo>
                  <a:pt x="731908" y="2044700"/>
                </a:lnTo>
                <a:lnTo>
                  <a:pt x="756904" y="2006600"/>
                </a:lnTo>
                <a:lnTo>
                  <a:pt x="782270" y="1968500"/>
                </a:lnTo>
                <a:lnTo>
                  <a:pt x="808002" y="1930400"/>
                </a:lnTo>
                <a:lnTo>
                  <a:pt x="834098" y="1892300"/>
                </a:lnTo>
                <a:lnTo>
                  <a:pt x="860556" y="1854200"/>
                </a:lnTo>
                <a:lnTo>
                  <a:pt x="887373" y="1816100"/>
                </a:lnTo>
                <a:lnTo>
                  <a:pt x="914547" y="1790700"/>
                </a:lnTo>
                <a:lnTo>
                  <a:pt x="942075" y="1752600"/>
                </a:lnTo>
                <a:lnTo>
                  <a:pt x="969954" y="1714500"/>
                </a:lnTo>
                <a:lnTo>
                  <a:pt x="998182" y="1676400"/>
                </a:lnTo>
                <a:lnTo>
                  <a:pt x="1026757" y="1651000"/>
                </a:lnTo>
                <a:lnTo>
                  <a:pt x="1055676" y="1612900"/>
                </a:lnTo>
                <a:lnTo>
                  <a:pt x="1084935" y="1574800"/>
                </a:lnTo>
                <a:lnTo>
                  <a:pt x="1114534" y="1549400"/>
                </a:lnTo>
                <a:lnTo>
                  <a:pt x="1144469" y="1511300"/>
                </a:lnTo>
                <a:lnTo>
                  <a:pt x="1174738" y="1473200"/>
                </a:lnTo>
                <a:lnTo>
                  <a:pt x="1205337" y="1447800"/>
                </a:lnTo>
                <a:lnTo>
                  <a:pt x="1236266" y="1409700"/>
                </a:lnTo>
                <a:lnTo>
                  <a:pt x="1267520" y="1384300"/>
                </a:lnTo>
                <a:lnTo>
                  <a:pt x="1299098" y="1346200"/>
                </a:lnTo>
                <a:lnTo>
                  <a:pt x="1330997" y="1320800"/>
                </a:lnTo>
                <a:lnTo>
                  <a:pt x="1363215" y="1282700"/>
                </a:lnTo>
                <a:lnTo>
                  <a:pt x="1428595" y="1231900"/>
                </a:lnTo>
                <a:lnTo>
                  <a:pt x="1461752" y="1193800"/>
                </a:lnTo>
                <a:lnTo>
                  <a:pt x="1528990" y="1143000"/>
                </a:lnTo>
                <a:lnTo>
                  <a:pt x="1563064" y="1104900"/>
                </a:lnTo>
                <a:lnTo>
                  <a:pt x="1632113" y="1054100"/>
                </a:lnTo>
                <a:lnTo>
                  <a:pt x="1667082" y="1016000"/>
                </a:lnTo>
                <a:lnTo>
                  <a:pt x="1773737" y="939800"/>
                </a:lnTo>
                <a:lnTo>
                  <a:pt x="1882961" y="863600"/>
                </a:lnTo>
                <a:lnTo>
                  <a:pt x="2032469" y="762000"/>
                </a:lnTo>
                <a:lnTo>
                  <a:pt x="2186259" y="660400"/>
                </a:lnTo>
                <a:lnTo>
                  <a:pt x="2264709" y="609600"/>
                </a:lnTo>
                <a:lnTo>
                  <a:pt x="2304313" y="596900"/>
                </a:lnTo>
                <a:lnTo>
                  <a:pt x="2384269" y="546100"/>
                </a:lnTo>
                <a:lnTo>
                  <a:pt x="2424615" y="533400"/>
                </a:lnTo>
                <a:lnTo>
                  <a:pt x="2506032" y="482600"/>
                </a:lnTo>
                <a:lnTo>
                  <a:pt x="2547097" y="469900"/>
                </a:lnTo>
                <a:lnTo>
                  <a:pt x="2588397" y="444500"/>
                </a:lnTo>
                <a:lnTo>
                  <a:pt x="2629929" y="431800"/>
                </a:lnTo>
                <a:lnTo>
                  <a:pt x="2671690" y="406400"/>
                </a:lnTo>
                <a:lnTo>
                  <a:pt x="2713678" y="393700"/>
                </a:lnTo>
                <a:lnTo>
                  <a:pt x="2755890" y="368300"/>
                </a:lnTo>
                <a:lnTo>
                  <a:pt x="2840978" y="342900"/>
                </a:lnTo>
                <a:lnTo>
                  <a:pt x="2883848" y="317500"/>
                </a:lnTo>
                <a:lnTo>
                  <a:pt x="2970229" y="292100"/>
                </a:lnTo>
                <a:lnTo>
                  <a:pt x="3013734" y="266700"/>
                </a:lnTo>
                <a:lnTo>
                  <a:pt x="3597173" y="101600"/>
                </a:lnTo>
                <a:lnTo>
                  <a:pt x="5601173" y="101600"/>
                </a:lnTo>
                <a:lnTo>
                  <a:pt x="6184613" y="266700"/>
                </a:lnTo>
                <a:lnTo>
                  <a:pt x="6228118" y="292100"/>
                </a:lnTo>
                <a:lnTo>
                  <a:pt x="6314498" y="317500"/>
                </a:lnTo>
                <a:lnTo>
                  <a:pt x="6315594" y="318149"/>
                </a:lnTo>
                <a:lnTo>
                  <a:pt x="6315594" y="4725056"/>
                </a:lnTo>
                <a:close/>
              </a:path>
            </a:pathLst>
          </a:custGeom>
          <a:solidFill>
            <a:srgbClr val="FFFFFF">
              <a:alpha val="40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57400" y="249903"/>
            <a:ext cx="15773400" cy="1093252"/>
          </a:xfrm>
          <a:prstGeom prst="rect">
            <a:avLst/>
          </a:prstGeom>
        </p:spPr>
        <p:txBody>
          <a:bodyPr vert="horz" wrap="square" lIns="0" tIns="175899" rIns="0" bIns="0" rtlCol="0">
            <a:spAutoFit/>
          </a:bodyPr>
          <a:lstStyle/>
          <a:p>
            <a:pPr marL="2265045">
              <a:lnSpc>
                <a:spcPct val="100000"/>
              </a:lnSpc>
              <a:spcBef>
                <a:spcPts val="90"/>
              </a:spcBef>
            </a:pPr>
            <a:r>
              <a:rPr sz="5950" spc="-355" dirty="0">
                <a:solidFill>
                  <a:srgbClr val="2931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5950" spc="-585" dirty="0">
                <a:solidFill>
                  <a:srgbClr val="2931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950" spc="-465" dirty="0">
                <a:solidFill>
                  <a:srgbClr val="2931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5950" spc="-580" dirty="0">
                <a:solidFill>
                  <a:srgbClr val="2931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950" spc="445" dirty="0">
                <a:solidFill>
                  <a:srgbClr val="2931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5950" spc="-580" dirty="0">
                <a:solidFill>
                  <a:srgbClr val="2931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950" spc="-310" dirty="0">
                <a:solidFill>
                  <a:srgbClr val="2931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sz="5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87254" y="9264697"/>
            <a:ext cx="28321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98655E-466E-47FD-B54D-7BF756135305}"/>
              </a:ext>
            </a:extLst>
          </p:cNvPr>
          <p:cNvSpPr/>
          <p:nvPr/>
        </p:nvSpPr>
        <p:spPr>
          <a:xfrm>
            <a:off x="4876800" y="1543049"/>
            <a:ext cx="6629400" cy="1371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Data Entry: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clinical, lifestyle, and genetic information.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5C19D2-4AA2-E290-2297-65FCEB2F4788}"/>
              </a:ext>
            </a:extLst>
          </p:cNvPr>
          <p:cNvSpPr/>
          <p:nvPr/>
        </p:nvSpPr>
        <p:spPr>
          <a:xfrm>
            <a:off x="4892040" y="3423287"/>
            <a:ext cx="6614160" cy="1371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Validation, cleaning, and normalization of patient data.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2DDECF-82E3-885A-E5AE-FC6E490B509E}"/>
              </a:ext>
            </a:extLst>
          </p:cNvPr>
          <p:cNvSpPr/>
          <p:nvPr/>
        </p:nvSpPr>
        <p:spPr>
          <a:xfrm>
            <a:off x="4907280" y="5353051"/>
            <a:ext cx="6629400" cy="1371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Prediction: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calculates breast cancer risk score.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1615D2-80DB-55A0-2551-217B4E4B00C1}"/>
              </a:ext>
            </a:extLst>
          </p:cNvPr>
          <p:cNvSpPr/>
          <p:nvPr/>
        </p:nvSpPr>
        <p:spPr>
          <a:xfrm>
            <a:off x="4907280" y="6985943"/>
            <a:ext cx="6598920" cy="15313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Report Generation: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converted into descriptive text + AI-generated medical-style images + structured report (PDF/HTML).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EE5371-B0D8-69B7-8A86-24A9B6B598F2}"/>
              </a:ext>
            </a:extLst>
          </p:cNvPr>
          <p:cNvSpPr/>
          <p:nvPr/>
        </p:nvSpPr>
        <p:spPr>
          <a:xfrm>
            <a:off x="4892040" y="8915707"/>
            <a:ext cx="6644640" cy="1371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/ Dashboard: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 to deliver reports and visuals to patients &amp; clinicians.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630EDC-B465-84D1-DA0C-7F3E9D9EFDCB}"/>
              </a:ext>
            </a:extLst>
          </p:cNvPr>
          <p:cNvCxnSpPr/>
          <p:nvPr/>
        </p:nvCxnSpPr>
        <p:spPr>
          <a:xfrm>
            <a:off x="8153400" y="2914649"/>
            <a:ext cx="0" cy="5086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3AAA79-5794-D445-AE8E-14DB7A0915B2}"/>
              </a:ext>
            </a:extLst>
          </p:cNvPr>
          <p:cNvCxnSpPr/>
          <p:nvPr/>
        </p:nvCxnSpPr>
        <p:spPr>
          <a:xfrm>
            <a:off x="8153400" y="4844413"/>
            <a:ext cx="0" cy="5086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D6425A-EF62-58D4-B3ED-39923883B474}"/>
              </a:ext>
            </a:extLst>
          </p:cNvPr>
          <p:cNvCxnSpPr/>
          <p:nvPr/>
        </p:nvCxnSpPr>
        <p:spPr>
          <a:xfrm>
            <a:off x="8153400" y="6724651"/>
            <a:ext cx="0" cy="261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DB2955-8E4F-F4AF-2BAC-E7A12260B8B5}"/>
              </a:ext>
            </a:extLst>
          </p:cNvPr>
          <p:cNvCxnSpPr/>
          <p:nvPr/>
        </p:nvCxnSpPr>
        <p:spPr>
          <a:xfrm>
            <a:off x="8153400" y="8517255"/>
            <a:ext cx="0" cy="3984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759758-A400-B3C7-5915-F78A3A967A37}"/>
              </a:ext>
            </a:extLst>
          </p:cNvPr>
          <p:cNvSpPr/>
          <p:nvPr/>
        </p:nvSpPr>
        <p:spPr>
          <a:xfrm>
            <a:off x="1066800" y="1183638"/>
            <a:ext cx="15392400" cy="9103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/>
          <p:nvPr/>
        </p:nvSpPr>
        <p:spPr>
          <a:xfrm>
            <a:off x="14348454" y="0"/>
            <a:ext cx="3939540" cy="3281679"/>
          </a:xfrm>
          <a:custGeom>
            <a:avLst/>
            <a:gdLst/>
            <a:ahLst/>
            <a:cxnLst/>
            <a:rect l="l" t="t" r="r" b="b"/>
            <a:pathLst>
              <a:path w="3939540" h="3281679">
                <a:moveTo>
                  <a:pt x="3578274" y="3217968"/>
                </a:moveTo>
                <a:lnTo>
                  <a:pt x="2243414" y="3217968"/>
                </a:lnTo>
                <a:lnTo>
                  <a:pt x="1929136" y="3129068"/>
                </a:lnTo>
                <a:lnTo>
                  <a:pt x="1885484" y="3103668"/>
                </a:lnTo>
                <a:lnTo>
                  <a:pt x="1799176" y="3078268"/>
                </a:lnTo>
                <a:lnTo>
                  <a:pt x="1756534" y="3052868"/>
                </a:lnTo>
                <a:lnTo>
                  <a:pt x="1714241" y="3040168"/>
                </a:lnTo>
                <a:lnTo>
                  <a:pt x="1672304" y="3014768"/>
                </a:lnTo>
                <a:lnTo>
                  <a:pt x="1630728" y="3002068"/>
                </a:lnTo>
                <a:lnTo>
                  <a:pt x="1589522" y="2976668"/>
                </a:lnTo>
                <a:lnTo>
                  <a:pt x="1548690" y="2963968"/>
                </a:lnTo>
                <a:lnTo>
                  <a:pt x="1468175" y="2913168"/>
                </a:lnTo>
                <a:lnTo>
                  <a:pt x="1428506" y="2900468"/>
                </a:lnTo>
                <a:lnTo>
                  <a:pt x="1350375" y="2849668"/>
                </a:lnTo>
                <a:lnTo>
                  <a:pt x="1273895" y="2798868"/>
                </a:lnTo>
                <a:lnTo>
                  <a:pt x="1199119" y="2748068"/>
                </a:lnTo>
                <a:lnTo>
                  <a:pt x="1126097" y="2697268"/>
                </a:lnTo>
                <a:lnTo>
                  <a:pt x="1054879" y="2646468"/>
                </a:lnTo>
                <a:lnTo>
                  <a:pt x="1019963" y="2608368"/>
                </a:lnTo>
                <a:lnTo>
                  <a:pt x="985518" y="2582968"/>
                </a:lnTo>
                <a:lnTo>
                  <a:pt x="951549" y="2557568"/>
                </a:lnTo>
                <a:lnTo>
                  <a:pt x="918063" y="2519468"/>
                </a:lnTo>
                <a:lnTo>
                  <a:pt x="885067" y="2494068"/>
                </a:lnTo>
                <a:lnTo>
                  <a:pt x="852566" y="2468668"/>
                </a:lnTo>
                <a:lnTo>
                  <a:pt x="820568" y="2430568"/>
                </a:lnTo>
                <a:lnTo>
                  <a:pt x="789078" y="2405168"/>
                </a:lnTo>
                <a:lnTo>
                  <a:pt x="758103" y="2367068"/>
                </a:lnTo>
                <a:lnTo>
                  <a:pt x="727649" y="2328968"/>
                </a:lnTo>
                <a:lnTo>
                  <a:pt x="697723" y="2303568"/>
                </a:lnTo>
                <a:lnTo>
                  <a:pt x="668331" y="2265468"/>
                </a:lnTo>
                <a:lnTo>
                  <a:pt x="639479" y="2227368"/>
                </a:lnTo>
                <a:lnTo>
                  <a:pt x="611174" y="2201968"/>
                </a:lnTo>
                <a:lnTo>
                  <a:pt x="583423" y="2163868"/>
                </a:lnTo>
                <a:lnTo>
                  <a:pt x="556230" y="2125768"/>
                </a:lnTo>
                <a:lnTo>
                  <a:pt x="529604" y="2087668"/>
                </a:lnTo>
                <a:lnTo>
                  <a:pt x="503549" y="2049568"/>
                </a:lnTo>
                <a:lnTo>
                  <a:pt x="478074" y="2024168"/>
                </a:lnTo>
                <a:lnTo>
                  <a:pt x="453183" y="1986068"/>
                </a:lnTo>
                <a:lnTo>
                  <a:pt x="428884" y="1947968"/>
                </a:lnTo>
                <a:lnTo>
                  <a:pt x="405182" y="1909868"/>
                </a:lnTo>
                <a:lnTo>
                  <a:pt x="382084" y="1871768"/>
                </a:lnTo>
                <a:lnTo>
                  <a:pt x="359597" y="1833668"/>
                </a:lnTo>
                <a:lnTo>
                  <a:pt x="337726" y="1795568"/>
                </a:lnTo>
                <a:lnTo>
                  <a:pt x="316479" y="1744768"/>
                </a:lnTo>
                <a:lnTo>
                  <a:pt x="295861" y="1706668"/>
                </a:lnTo>
                <a:lnTo>
                  <a:pt x="275879" y="1668568"/>
                </a:lnTo>
                <a:lnTo>
                  <a:pt x="256539" y="1630468"/>
                </a:lnTo>
                <a:lnTo>
                  <a:pt x="237848" y="1592368"/>
                </a:lnTo>
                <a:lnTo>
                  <a:pt x="219812" y="1541568"/>
                </a:lnTo>
                <a:lnTo>
                  <a:pt x="202438" y="1503468"/>
                </a:lnTo>
                <a:lnTo>
                  <a:pt x="185731" y="1465368"/>
                </a:lnTo>
                <a:lnTo>
                  <a:pt x="169698" y="1427268"/>
                </a:lnTo>
                <a:lnTo>
                  <a:pt x="154345" y="1376468"/>
                </a:lnTo>
                <a:lnTo>
                  <a:pt x="139680" y="1338368"/>
                </a:lnTo>
                <a:lnTo>
                  <a:pt x="125707" y="1287568"/>
                </a:lnTo>
                <a:lnTo>
                  <a:pt x="112434" y="1249468"/>
                </a:lnTo>
                <a:lnTo>
                  <a:pt x="99868" y="1211368"/>
                </a:lnTo>
                <a:lnTo>
                  <a:pt x="88013" y="1160568"/>
                </a:lnTo>
                <a:lnTo>
                  <a:pt x="76877" y="1122468"/>
                </a:lnTo>
                <a:lnTo>
                  <a:pt x="66466" y="1071668"/>
                </a:lnTo>
                <a:lnTo>
                  <a:pt x="56787" y="1033568"/>
                </a:lnTo>
                <a:lnTo>
                  <a:pt x="47845" y="982768"/>
                </a:lnTo>
                <a:lnTo>
                  <a:pt x="39647" y="944668"/>
                </a:lnTo>
                <a:lnTo>
                  <a:pt x="32200" y="893868"/>
                </a:lnTo>
                <a:lnTo>
                  <a:pt x="25510" y="843068"/>
                </a:lnTo>
                <a:lnTo>
                  <a:pt x="19583" y="804968"/>
                </a:lnTo>
                <a:lnTo>
                  <a:pt x="14425" y="754168"/>
                </a:lnTo>
                <a:lnTo>
                  <a:pt x="10044" y="703368"/>
                </a:lnTo>
                <a:lnTo>
                  <a:pt x="6445" y="665268"/>
                </a:lnTo>
                <a:lnTo>
                  <a:pt x="3635" y="614468"/>
                </a:lnTo>
                <a:lnTo>
                  <a:pt x="1619" y="563668"/>
                </a:lnTo>
                <a:lnTo>
                  <a:pt x="406" y="525568"/>
                </a:lnTo>
                <a:lnTo>
                  <a:pt x="0" y="474768"/>
                </a:lnTo>
                <a:lnTo>
                  <a:pt x="406" y="423968"/>
                </a:lnTo>
                <a:lnTo>
                  <a:pt x="1619" y="373168"/>
                </a:lnTo>
                <a:lnTo>
                  <a:pt x="3635" y="335068"/>
                </a:lnTo>
                <a:lnTo>
                  <a:pt x="6445" y="284268"/>
                </a:lnTo>
                <a:lnTo>
                  <a:pt x="10044" y="233468"/>
                </a:lnTo>
                <a:lnTo>
                  <a:pt x="14425" y="195368"/>
                </a:lnTo>
                <a:lnTo>
                  <a:pt x="19583" y="144568"/>
                </a:lnTo>
                <a:lnTo>
                  <a:pt x="25510" y="93768"/>
                </a:lnTo>
                <a:lnTo>
                  <a:pt x="32200" y="55668"/>
                </a:lnTo>
                <a:lnTo>
                  <a:pt x="39647" y="4868"/>
                </a:lnTo>
                <a:lnTo>
                  <a:pt x="40695" y="0"/>
                </a:lnTo>
                <a:lnTo>
                  <a:pt x="3939544" y="0"/>
                </a:lnTo>
                <a:lnTo>
                  <a:pt x="3939544" y="3102685"/>
                </a:lnTo>
                <a:lnTo>
                  <a:pt x="3936204" y="3103668"/>
                </a:lnTo>
                <a:lnTo>
                  <a:pt x="3892552" y="3129068"/>
                </a:lnTo>
                <a:lnTo>
                  <a:pt x="3578274" y="3217968"/>
                </a:lnTo>
                <a:close/>
              </a:path>
              <a:path w="3939540" h="3281679">
                <a:moveTo>
                  <a:pt x="3439267" y="3243368"/>
                </a:moveTo>
                <a:lnTo>
                  <a:pt x="2382422" y="3243368"/>
                </a:lnTo>
                <a:lnTo>
                  <a:pt x="2289479" y="3217968"/>
                </a:lnTo>
                <a:lnTo>
                  <a:pt x="3532209" y="3217968"/>
                </a:lnTo>
                <a:lnTo>
                  <a:pt x="3439267" y="3243368"/>
                </a:lnTo>
                <a:close/>
              </a:path>
              <a:path w="3939540" h="3281679">
                <a:moveTo>
                  <a:pt x="3297917" y="3268768"/>
                </a:moveTo>
                <a:lnTo>
                  <a:pt x="2523771" y="3268768"/>
                </a:lnTo>
                <a:lnTo>
                  <a:pt x="2429286" y="3243368"/>
                </a:lnTo>
                <a:lnTo>
                  <a:pt x="3392402" y="3243368"/>
                </a:lnTo>
                <a:lnTo>
                  <a:pt x="3297917" y="3268768"/>
                </a:lnTo>
                <a:close/>
              </a:path>
              <a:path w="3939540" h="3281679">
                <a:moveTo>
                  <a:pt x="3154398" y="3281468"/>
                </a:moveTo>
                <a:lnTo>
                  <a:pt x="2667290" y="3281468"/>
                </a:lnTo>
                <a:lnTo>
                  <a:pt x="2619220" y="3268768"/>
                </a:lnTo>
                <a:lnTo>
                  <a:pt x="3202468" y="3268768"/>
                </a:lnTo>
                <a:lnTo>
                  <a:pt x="3154398" y="3281468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257800" y="-120812"/>
            <a:ext cx="15773400" cy="1168816"/>
          </a:xfrm>
          <a:prstGeom prst="rect">
            <a:avLst/>
          </a:prstGeom>
        </p:spPr>
        <p:txBody>
          <a:bodyPr vert="horz" wrap="square" lIns="0" tIns="151672" rIns="0" bIns="0" rtlCol="0">
            <a:spAutoFit/>
          </a:bodyPr>
          <a:lstStyle/>
          <a:p>
            <a:pPr marL="1336675">
              <a:lnSpc>
                <a:spcPct val="100000"/>
              </a:lnSpc>
              <a:spcBef>
                <a:spcPts val="125"/>
              </a:spcBef>
            </a:pPr>
            <a:r>
              <a:rPr lang="en-US" baseline="-23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aseline="-233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87254" y="9264697"/>
            <a:ext cx="2832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b="1" spc="-25" dirty="0">
                <a:latin typeface="Calibri"/>
                <a:cs typeface="Calibri"/>
              </a:rPr>
              <a:t>08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2583B2-407F-4129-9B07-E61419E1B5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3"/>
          <a:stretch/>
        </p:blipFill>
        <p:spPr bwMode="auto">
          <a:xfrm>
            <a:off x="3051812" y="1640839"/>
            <a:ext cx="10820400" cy="492912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39F1B6-043D-F1A9-F622-CBBC053AEF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0"/>
          <a:stretch/>
        </p:blipFill>
        <p:spPr bwMode="auto">
          <a:xfrm>
            <a:off x="3036572" y="6599682"/>
            <a:ext cx="11148055" cy="3581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59CF37-1024-A1FD-6367-793111DA42E9}"/>
              </a:ext>
            </a:extLst>
          </p:cNvPr>
          <p:cNvSpPr/>
          <p:nvPr/>
        </p:nvSpPr>
        <p:spPr>
          <a:xfrm>
            <a:off x="3581400" y="1409700"/>
            <a:ext cx="10439400" cy="853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/>
          <p:nvPr/>
        </p:nvSpPr>
        <p:spPr>
          <a:xfrm>
            <a:off x="11748458" y="0"/>
            <a:ext cx="1443355" cy="1028700"/>
          </a:xfrm>
          <a:custGeom>
            <a:avLst/>
            <a:gdLst/>
            <a:ahLst/>
            <a:cxnLst/>
            <a:rect l="l" t="t" r="r" b="b"/>
            <a:pathLst>
              <a:path w="1443355" h="1028700">
                <a:moveTo>
                  <a:pt x="721666" y="1028699"/>
                </a:moveTo>
                <a:lnTo>
                  <a:pt x="672256" y="1027089"/>
                </a:lnTo>
                <a:lnTo>
                  <a:pt x="623740" y="1022328"/>
                </a:lnTo>
                <a:lnTo>
                  <a:pt x="576225" y="1014520"/>
                </a:lnTo>
                <a:lnTo>
                  <a:pt x="529818" y="1003769"/>
                </a:lnTo>
                <a:lnTo>
                  <a:pt x="484628" y="990178"/>
                </a:lnTo>
                <a:lnTo>
                  <a:pt x="440761" y="973853"/>
                </a:lnTo>
                <a:lnTo>
                  <a:pt x="398324" y="954896"/>
                </a:lnTo>
                <a:lnTo>
                  <a:pt x="357427" y="933412"/>
                </a:lnTo>
                <a:lnTo>
                  <a:pt x="318175" y="909504"/>
                </a:lnTo>
                <a:lnTo>
                  <a:pt x="280677" y="883278"/>
                </a:lnTo>
                <a:lnTo>
                  <a:pt x="245040" y="854835"/>
                </a:lnTo>
                <a:lnTo>
                  <a:pt x="211371" y="824281"/>
                </a:lnTo>
                <a:lnTo>
                  <a:pt x="179777" y="791720"/>
                </a:lnTo>
                <a:lnTo>
                  <a:pt x="150368" y="757255"/>
                </a:lnTo>
                <a:lnTo>
                  <a:pt x="123249" y="720990"/>
                </a:lnTo>
                <a:lnTo>
                  <a:pt x="98528" y="683030"/>
                </a:lnTo>
                <a:lnTo>
                  <a:pt x="76313" y="643477"/>
                </a:lnTo>
                <a:lnTo>
                  <a:pt x="56712" y="602437"/>
                </a:lnTo>
                <a:lnTo>
                  <a:pt x="39831" y="560013"/>
                </a:lnTo>
                <a:lnTo>
                  <a:pt x="25778" y="516309"/>
                </a:lnTo>
                <a:lnTo>
                  <a:pt x="14661" y="471429"/>
                </a:lnTo>
                <a:lnTo>
                  <a:pt x="6587" y="425477"/>
                </a:lnTo>
                <a:lnTo>
                  <a:pt x="1664" y="378557"/>
                </a:lnTo>
                <a:lnTo>
                  <a:pt x="0" y="330772"/>
                </a:lnTo>
                <a:lnTo>
                  <a:pt x="1664" y="282988"/>
                </a:lnTo>
                <a:lnTo>
                  <a:pt x="6587" y="236068"/>
                </a:lnTo>
                <a:lnTo>
                  <a:pt x="14661" y="190116"/>
                </a:lnTo>
                <a:lnTo>
                  <a:pt x="25778" y="145236"/>
                </a:lnTo>
                <a:lnTo>
                  <a:pt x="39831" y="101532"/>
                </a:lnTo>
                <a:lnTo>
                  <a:pt x="56712" y="59108"/>
                </a:lnTo>
                <a:lnTo>
                  <a:pt x="76313" y="18067"/>
                </a:lnTo>
                <a:lnTo>
                  <a:pt x="86461" y="0"/>
                </a:lnTo>
                <a:lnTo>
                  <a:pt x="1356870" y="0"/>
                </a:lnTo>
                <a:lnTo>
                  <a:pt x="1386620" y="59108"/>
                </a:lnTo>
                <a:lnTo>
                  <a:pt x="1403501" y="101532"/>
                </a:lnTo>
                <a:lnTo>
                  <a:pt x="1417553" y="145236"/>
                </a:lnTo>
                <a:lnTo>
                  <a:pt x="1428670" y="190116"/>
                </a:lnTo>
                <a:lnTo>
                  <a:pt x="1436744" y="236068"/>
                </a:lnTo>
                <a:lnTo>
                  <a:pt x="1441667" y="282988"/>
                </a:lnTo>
                <a:lnTo>
                  <a:pt x="1443332" y="330772"/>
                </a:lnTo>
                <a:lnTo>
                  <a:pt x="1441667" y="378557"/>
                </a:lnTo>
                <a:lnTo>
                  <a:pt x="1436744" y="425477"/>
                </a:lnTo>
                <a:lnTo>
                  <a:pt x="1428670" y="471429"/>
                </a:lnTo>
                <a:lnTo>
                  <a:pt x="1417553" y="516309"/>
                </a:lnTo>
                <a:lnTo>
                  <a:pt x="1403501" y="560013"/>
                </a:lnTo>
                <a:lnTo>
                  <a:pt x="1386620" y="602437"/>
                </a:lnTo>
                <a:lnTo>
                  <a:pt x="1367018" y="643477"/>
                </a:lnTo>
                <a:lnTo>
                  <a:pt x="1344803" y="683030"/>
                </a:lnTo>
                <a:lnTo>
                  <a:pt x="1320082" y="720990"/>
                </a:lnTo>
                <a:lnTo>
                  <a:pt x="1292963" y="757255"/>
                </a:lnTo>
                <a:lnTo>
                  <a:pt x="1263554" y="791720"/>
                </a:lnTo>
                <a:lnTo>
                  <a:pt x="1231960" y="824281"/>
                </a:lnTo>
                <a:lnTo>
                  <a:pt x="1198291" y="854835"/>
                </a:lnTo>
                <a:lnTo>
                  <a:pt x="1162654" y="883278"/>
                </a:lnTo>
                <a:lnTo>
                  <a:pt x="1125156" y="909504"/>
                </a:lnTo>
                <a:lnTo>
                  <a:pt x="1085904" y="933412"/>
                </a:lnTo>
                <a:lnTo>
                  <a:pt x="1045007" y="954896"/>
                </a:lnTo>
                <a:lnTo>
                  <a:pt x="1002570" y="973853"/>
                </a:lnTo>
                <a:lnTo>
                  <a:pt x="958703" y="990178"/>
                </a:lnTo>
                <a:lnTo>
                  <a:pt x="913513" y="1003769"/>
                </a:lnTo>
                <a:lnTo>
                  <a:pt x="867106" y="1014520"/>
                </a:lnTo>
                <a:lnTo>
                  <a:pt x="819591" y="1022328"/>
                </a:lnTo>
                <a:lnTo>
                  <a:pt x="771075" y="1027089"/>
                </a:lnTo>
                <a:lnTo>
                  <a:pt x="721666" y="1028699"/>
                </a:lnTo>
                <a:close/>
              </a:path>
            </a:pathLst>
          </a:custGeom>
          <a:solidFill>
            <a:srgbClr val="FBBA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00400" y="184164"/>
            <a:ext cx="15773400" cy="1075898"/>
          </a:xfrm>
          <a:prstGeom prst="rect">
            <a:avLst/>
          </a:prstGeom>
        </p:spPr>
        <p:txBody>
          <a:bodyPr vert="horz" wrap="square" lIns="0" tIns="82513" rIns="0" bIns="0" rtlCol="0">
            <a:spAutoFit/>
          </a:bodyPr>
          <a:lstStyle/>
          <a:p>
            <a:pPr marL="2696845">
              <a:lnSpc>
                <a:spcPct val="100000"/>
              </a:lnSpc>
              <a:spcBef>
                <a:spcPts val="120"/>
              </a:spcBef>
            </a:pPr>
            <a:r>
              <a:rPr sz="6450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6450" spc="-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450" spc="-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Work-</a:t>
            </a:r>
            <a:r>
              <a:rPr sz="6450" spc="-5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sz="6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87254" y="9264697"/>
            <a:ext cx="2832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b="1" spc="-25" dirty="0">
                <a:latin typeface="Calibri"/>
                <a:cs typeface="Calibri"/>
              </a:rPr>
              <a:t>09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6763AB-5E37-F0D9-8689-E4A1A27CDF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5" t="2267" r="1261"/>
          <a:stretch/>
        </p:blipFill>
        <p:spPr bwMode="auto">
          <a:xfrm>
            <a:off x="5181600" y="1562100"/>
            <a:ext cx="8382000" cy="81337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311140" cy="5143500"/>
          </a:xfrm>
          <a:custGeom>
            <a:avLst/>
            <a:gdLst/>
            <a:ahLst/>
            <a:cxnLst/>
            <a:rect l="l" t="t" r="r" b="b"/>
            <a:pathLst>
              <a:path w="5311140" h="5143500">
                <a:moveTo>
                  <a:pt x="2111262" y="5029199"/>
                </a:moveTo>
                <a:lnTo>
                  <a:pt x="20827" y="5029199"/>
                </a:lnTo>
                <a:lnTo>
                  <a:pt x="0" y="5023306"/>
                </a:lnTo>
                <a:lnTo>
                  <a:pt x="0" y="0"/>
                </a:lnTo>
                <a:lnTo>
                  <a:pt x="5172508" y="0"/>
                </a:lnTo>
                <a:lnTo>
                  <a:pt x="5181350" y="38099"/>
                </a:lnTo>
                <a:lnTo>
                  <a:pt x="5192649" y="76199"/>
                </a:lnTo>
                <a:lnTo>
                  <a:pt x="5203452" y="126999"/>
                </a:lnTo>
                <a:lnTo>
                  <a:pt x="5213758" y="165099"/>
                </a:lnTo>
                <a:lnTo>
                  <a:pt x="5223562" y="215899"/>
                </a:lnTo>
                <a:lnTo>
                  <a:pt x="5232863" y="253999"/>
                </a:lnTo>
                <a:lnTo>
                  <a:pt x="5241657" y="304799"/>
                </a:lnTo>
                <a:lnTo>
                  <a:pt x="5249942" y="342899"/>
                </a:lnTo>
                <a:lnTo>
                  <a:pt x="5257713" y="393699"/>
                </a:lnTo>
                <a:lnTo>
                  <a:pt x="5264969" y="431799"/>
                </a:lnTo>
                <a:lnTo>
                  <a:pt x="5271706" y="482599"/>
                </a:lnTo>
                <a:lnTo>
                  <a:pt x="5277921" y="533399"/>
                </a:lnTo>
                <a:lnTo>
                  <a:pt x="5283611" y="571499"/>
                </a:lnTo>
                <a:lnTo>
                  <a:pt x="5288774" y="622299"/>
                </a:lnTo>
                <a:lnTo>
                  <a:pt x="5293405" y="673099"/>
                </a:lnTo>
                <a:lnTo>
                  <a:pt x="5297504" y="711199"/>
                </a:lnTo>
                <a:lnTo>
                  <a:pt x="5301065" y="761999"/>
                </a:lnTo>
                <a:lnTo>
                  <a:pt x="5304087" y="812799"/>
                </a:lnTo>
                <a:lnTo>
                  <a:pt x="5306566" y="850899"/>
                </a:lnTo>
                <a:lnTo>
                  <a:pt x="5308499" y="901699"/>
                </a:lnTo>
                <a:lnTo>
                  <a:pt x="5309884" y="952499"/>
                </a:lnTo>
                <a:lnTo>
                  <a:pt x="5310717" y="1003299"/>
                </a:lnTo>
                <a:lnTo>
                  <a:pt x="5310995" y="1041399"/>
                </a:lnTo>
                <a:lnTo>
                  <a:pt x="5310717" y="1092199"/>
                </a:lnTo>
                <a:lnTo>
                  <a:pt x="5309884" y="1142999"/>
                </a:lnTo>
                <a:lnTo>
                  <a:pt x="5308499" y="1181099"/>
                </a:lnTo>
                <a:lnTo>
                  <a:pt x="5306566" y="1231899"/>
                </a:lnTo>
                <a:lnTo>
                  <a:pt x="5304087" y="1282699"/>
                </a:lnTo>
                <a:lnTo>
                  <a:pt x="5301065" y="1333499"/>
                </a:lnTo>
                <a:lnTo>
                  <a:pt x="5297504" y="1371599"/>
                </a:lnTo>
                <a:lnTo>
                  <a:pt x="5293405" y="1422399"/>
                </a:lnTo>
                <a:lnTo>
                  <a:pt x="5288774" y="1473199"/>
                </a:lnTo>
                <a:lnTo>
                  <a:pt x="5283611" y="1511299"/>
                </a:lnTo>
                <a:lnTo>
                  <a:pt x="5277921" y="1562099"/>
                </a:lnTo>
                <a:lnTo>
                  <a:pt x="5271706" y="1600199"/>
                </a:lnTo>
                <a:lnTo>
                  <a:pt x="5264969" y="1650999"/>
                </a:lnTo>
                <a:lnTo>
                  <a:pt x="5257713" y="1701799"/>
                </a:lnTo>
                <a:lnTo>
                  <a:pt x="5249942" y="1739899"/>
                </a:lnTo>
                <a:lnTo>
                  <a:pt x="5241657" y="1790699"/>
                </a:lnTo>
                <a:lnTo>
                  <a:pt x="5232863" y="1828799"/>
                </a:lnTo>
                <a:lnTo>
                  <a:pt x="5223562" y="1879599"/>
                </a:lnTo>
                <a:lnTo>
                  <a:pt x="5213758" y="1917699"/>
                </a:lnTo>
                <a:lnTo>
                  <a:pt x="5203452" y="1968499"/>
                </a:lnTo>
                <a:lnTo>
                  <a:pt x="5192649" y="2006599"/>
                </a:lnTo>
                <a:lnTo>
                  <a:pt x="5181350" y="2057399"/>
                </a:lnTo>
                <a:lnTo>
                  <a:pt x="5169560" y="2095499"/>
                </a:lnTo>
                <a:lnTo>
                  <a:pt x="5157281" y="2146299"/>
                </a:lnTo>
                <a:lnTo>
                  <a:pt x="5144516" y="2184399"/>
                </a:lnTo>
                <a:lnTo>
                  <a:pt x="5131268" y="2235199"/>
                </a:lnTo>
                <a:lnTo>
                  <a:pt x="5117540" y="2273299"/>
                </a:lnTo>
                <a:lnTo>
                  <a:pt x="5103335" y="2311399"/>
                </a:lnTo>
                <a:lnTo>
                  <a:pt x="5088656" y="2362199"/>
                </a:lnTo>
                <a:lnTo>
                  <a:pt x="5073507" y="2400299"/>
                </a:lnTo>
                <a:lnTo>
                  <a:pt x="5057889" y="2438399"/>
                </a:lnTo>
                <a:lnTo>
                  <a:pt x="5041806" y="2489199"/>
                </a:lnTo>
                <a:lnTo>
                  <a:pt x="5025261" y="2527299"/>
                </a:lnTo>
                <a:lnTo>
                  <a:pt x="5008258" y="2565399"/>
                </a:lnTo>
                <a:lnTo>
                  <a:pt x="4990798" y="2616199"/>
                </a:lnTo>
                <a:lnTo>
                  <a:pt x="4972885" y="2654299"/>
                </a:lnTo>
                <a:lnTo>
                  <a:pt x="4954522" y="2692399"/>
                </a:lnTo>
                <a:lnTo>
                  <a:pt x="4935712" y="2730499"/>
                </a:lnTo>
                <a:lnTo>
                  <a:pt x="4916459" y="2781299"/>
                </a:lnTo>
                <a:lnTo>
                  <a:pt x="4896763" y="2819399"/>
                </a:lnTo>
                <a:lnTo>
                  <a:pt x="4876630" y="2857499"/>
                </a:lnTo>
                <a:lnTo>
                  <a:pt x="4856062" y="2895599"/>
                </a:lnTo>
                <a:lnTo>
                  <a:pt x="4835062" y="2933699"/>
                </a:lnTo>
                <a:lnTo>
                  <a:pt x="4813632" y="2971799"/>
                </a:lnTo>
                <a:lnTo>
                  <a:pt x="4791777" y="3009899"/>
                </a:lnTo>
                <a:lnTo>
                  <a:pt x="4769498" y="3047999"/>
                </a:lnTo>
                <a:lnTo>
                  <a:pt x="4746799" y="3086099"/>
                </a:lnTo>
                <a:lnTo>
                  <a:pt x="4723683" y="3124199"/>
                </a:lnTo>
                <a:lnTo>
                  <a:pt x="4700153" y="3162299"/>
                </a:lnTo>
                <a:lnTo>
                  <a:pt x="4676212" y="3200399"/>
                </a:lnTo>
                <a:lnTo>
                  <a:pt x="4651862" y="3238499"/>
                </a:lnTo>
                <a:lnTo>
                  <a:pt x="4627107" y="3276599"/>
                </a:lnTo>
                <a:lnTo>
                  <a:pt x="4601950" y="3314699"/>
                </a:lnTo>
                <a:lnTo>
                  <a:pt x="4576394" y="3352799"/>
                </a:lnTo>
                <a:lnTo>
                  <a:pt x="4550441" y="3390899"/>
                </a:lnTo>
                <a:lnTo>
                  <a:pt x="4524096" y="3428999"/>
                </a:lnTo>
                <a:lnTo>
                  <a:pt x="4497359" y="3467099"/>
                </a:lnTo>
                <a:lnTo>
                  <a:pt x="4470236" y="3492499"/>
                </a:lnTo>
                <a:lnTo>
                  <a:pt x="4442729" y="3530599"/>
                </a:lnTo>
                <a:lnTo>
                  <a:pt x="4414840" y="3568699"/>
                </a:lnTo>
                <a:lnTo>
                  <a:pt x="4386572" y="3606799"/>
                </a:lnTo>
                <a:lnTo>
                  <a:pt x="4357930" y="3632199"/>
                </a:lnTo>
                <a:lnTo>
                  <a:pt x="4328915" y="3670299"/>
                </a:lnTo>
                <a:lnTo>
                  <a:pt x="4299531" y="3708399"/>
                </a:lnTo>
                <a:lnTo>
                  <a:pt x="4269780" y="3733799"/>
                </a:lnTo>
                <a:lnTo>
                  <a:pt x="4239666" y="3771899"/>
                </a:lnTo>
                <a:lnTo>
                  <a:pt x="4209192" y="3809999"/>
                </a:lnTo>
                <a:lnTo>
                  <a:pt x="4178360" y="3835399"/>
                </a:lnTo>
                <a:lnTo>
                  <a:pt x="4147174" y="3873499"/>
                </a:lnTo>
                <a:lnTo>
                  <a:pt x="4115636" y="3898899"/>
                </a:lnTo>
                <a:lnTo>
                  <a:pt x="4083750" y="3936999"/>
                </a:lnTo>
                <a:lnTo>
                  <a:pt x="4018945" y="3987799"/>
                </a:lnTo>
                <a:lnTo>
                  <a:pt x="3986032" y="4025899"/>
                </a:lnTo>
                <a:lnTo>
                  <a:pt x="3952782" y="4051299"/>
                </a:lnTo>
                <a:lnTo>
                  <a:pt x="3919199" y="4089399"/>
                </a:lnTo>
                <a:lnTo>
                  <a:pt x="3885285" y="4114799"/>
                </a:lnTo>
                <a:lnTo>
                  <a:pt x="3816478" y="4165599"/>
                </a:lnTo>
                <a:lnTo>
                  <a:pt x="3781591" y="4203699"/>
                </a:lnTo>
                <a:lnTo>
                  <a:pt x="3710863" y="4254499"/>
                </a:lnTo>
                <a:lnTo>
                  <a:pt x="3602436" y="4330699"/>
                </a:lnTo>
                <a:lnTo>
                  <a:pt x="3565682" y="4368799"/>
                </a:lnTo>
                <a:lnTo>
                  <a:pt x="3528628" y="4394199"/>
                </a:lnTo>
                <a:lnTo>
                  <a:pt x="3415691" y="4470399"/>
                </a:lnTo>
                <a:lnTo>
                  <a:pt x="3377464" y="4483099"/>
                </a:lnTo>
                <a:lnTo>
                  <a:pt x="3338952" y="4508499"/>
                </a:lnTo>
                <a:lnTo>
                  <a:pt x="3182105" y="4610099"/>
                </a:lnTo>
                <a:lnTo>
                  <a:pt x="3142209" y="4622799"/>
                </a:lnTo>
                <a:lnTo>
                  <a:pt x="3061617" y="4673599"/>
                </a:lnTo>
                <a:lnTo>
                  <a:pt x="3020927" y="4686299"/>
                </a:lnTo>
                <a:lnTo>
                  <a:pt x="2979978" y="4711699"/>
                </a:lnTo>
                <a:lnTo>
                  <a:pt x="2938773" y="4724399"/>
                </a:lnTo>
                <a:lnTo>
                  <a:pt x="2897316" y="4749799"/>
                </a:lnTo>
                <a:lnTo>
                  <a:pt x="2855608" y="4762499"/>
                </a:lnTo>
                <a:lnTo>
                  <a:pt x="2813654" y="4787899"/>
                </a:lnTo>
                <a:lnTo>
                  <a:pt x="2771456" y="4800599"/>
                </a:lnTo>
                <a:lnTo>
                  <a:pt x="2729018" y="4825999"/>
                </a:lnTo>
                <a:lnTo>
                  <a:pt x="2643430" y="4851399"/>
                </a:lnTo>
                <a:lnTo>
                  <a:pt x="2600286" y="4876799"/>
                </a:lnTo>
                <a:lnTo>
                  <a:pt x="2469495" y="4914899"/>
                </a:lnTo>
                <a:lnTo>
                  <a:pt x="2425454" y="4940299"/>
                </a:lnTo>
                <a:lnTo>
                  <a:pt x="2111262" y="5029199"/>
                </a:lnTo>
                <a:close/>
              </a:path>
              <a:path w="5311140" h="5143500">
                <a:moveTo>
                  <a:pt x="1880899" y="5079999"/>
                </a:moveTo>
                <a:lnTo>
                  <a:pt x="251190" y="5079999"/>
                </a:lnTo>
                <a:lnTo>
                  <a:pt x="66520" y="5029199"/>
                </a:lnTo>
                <a:lnTo>
                  <a:pt x="2065570" y="5029199"/>
                </a:lnTo>
                <a:lnTo>
                  <a:pt x="1880899" y="5079999"/>
                </a:lnTo>
                <a:close/>
              </a:path>
              <a:path w="5311140" h="5143500">
                <a:moveTo>
                  <a:pt x="1787466" y="5092699"/>
                </a:moveTo>
                <a:lnTo>
                  <a:pt x="344623" y="5092699"/>
                </a:lnTo>
                <a:lnTo>
                  <a:pt x="297817" y="5079999"/>
                </a:lnTo>
                <a:lnTo>
                  <a:pt x="1834272" y="5079999"/>
                </a:lnTo>
                <a:lnTo>
                  <a:pt x="1787466" y="5092699"/>
                </a:lnTo>
                <a:close/>
              </a:path>
              <a:path w="5311140" h="5143500">
                <a:moveTo>
                  <a:pt x="1646010" y="5118099"/>
                </a:moveTo>
                <a:lnTo>
                  <a:pt x="486079" y="5118099"/>
                </a:lnTo>
                <a:lnTo>
                  <a:pt x="391604" y="5092699"/>
                </a:lnTo>
                <a:lnTo>
                  <a:pt x="1740485" y="5092699"/>
                </a:lnTo>
                <a:lnTo>
                  <a:pt x="1646010" y="5118099"/>
                </a:lnTo>
                <a:close/>
              </a:path>
              <a:path w="5311140" h="5143500">
                <a:moveTo>
                  <a:pt x="1503060" y="5130799"/>
                </a:moveTo>
                <a:lnTo>
                  <a:pt x="629030" y="5130799"/>
                </a:lnTo>
                <a:lnTo>
                  <a:pt x="581218" y="5118099"/>
                </a:lnTo>
                <a:lnTo>
                  <a:pt x="1550871" y="5118099"/>
                </a:lnTo>
                <a:lnTo>
                  <a:pt x="1503060" y="5130799"/>
                </a:lnTo>
                <a:close/>
              </a:path>
              <a:path w="5311140" h="5143500">
                <a:moveTo>
                  <a:pt x="1358695" y="5143499"/>
                </a:moveTo>
                <a:lnTo>
                  <a:pt x="773395" y="5143499"/>
                </a:lnTo>
                <a:lnTo>
                  <a:pt x="725121" y="5130799"/>
                </a:lnTo>
                <a:lnTo>
                  <a:pt x="1406968" y="5130799"/>
                </a:lnTo>
                <a:lnTo>
                  <a:pt x="1358695" y="5143499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2304" y="-323705"/>
            <a:ext cx="15773400" cy="1988345"/>
          </a:xfrm>
          <a:prstGeom prst="rect">
            <a:avLst/>
          </a:prstGeom>
        </p:spPr>
        <p:txBody>
          <a:bodyPr vert="horz" wrap="square" lIns="0" tIns="151979" rIns="0" bIns="0" rtlCol="0">
            <a:spAutoFit/>
          </a:bodyPr>
          <a:lstStyle/>
          <a:p>
            <a:pPr marL="5629275">
              <a:lnSpc>
                <a:spcPct val="100000"/>
              </a:lnSpc>
              <a:spcBef>
                <a:spcPts val="135"/>
              </a:spcBef>
            </a:pPr>
            <a:r>
              <a:rPr sz="4600" spc="-315" dirty="0"/>
              <a:t>Result</a:t>
            </a:r>
            <a:r>
              <a:rPr sz="4600" spc="-445" dirty="0"/>
              <a:t> </a:t>
            </a:r>
            <a:r>
              <a:rPr sz="4600" spc="-330" dirty="0"/>
              <a:t>Analysis</a:t>
            </a:r>
            <a:endParaRPr sz="4600" dirty="0"/>
          </a:p>
        </p:txBody>
      </p:sp>
      <p:sp>
        <p:nvSpPr>
          <p:cNvPr id="4" name="object 4"/>
          <p:cNvSpPr txBox="1"/>
          <p:nvPr/>
        </p:nvSpPr>
        <p:spPr>
          <a:xfrm>
            <a:off x="16787254" y="9666215"/>
            <a:ext cx="2832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3538" y="6237750"/>
            <a:ext cx="13906500" cy="4010713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8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sz="2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</a:t>
            </a:r>
            <a:endParaRPr lang="en-IN" sz="2800" b="1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135"/>
              </a:spcBef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(Extreme Gradient Boosting).</a:t>
            </a:r>
          </a:p>
          <a:p>
            <a:pPr marL="355600" indent="-342900">
              <a:lnSpc>
                <a:spcPct val="100000"/>
              </a:lnSpc>
              <a:spcBef>
                <a:spcPts val="1135"/>
              </a:spcBef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1,697 patient records (clinical, reproductive, and lifestyle factors).</a:t>
            </a:r>
          </a:p>
          <a:p>
            <a:pPr marL="355600" indent="-342900">
              <a:lnSpc>
                <a:spcPct val="100000"/>
              </a:lnSpc>
              <a:spcBef>
                <a:spcPts val="1135"/>
              </a:spcBef>
              <a:buFont typeface="Arial" panose="020B0604020202020204" pitchFamily="34" charset="0"/>
              <a:buChar char="•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Accuracy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~85–90% (robust classification for medical data).</a:t>
            </a: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ROC-AUC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&gt;0.90, indicating strong ability to distinguish between positive and negative cases.</a:t>
            </a:r>
          </a:p>
          <a:p>
            <a:pPr marL="355600" indent="-342900">
              <a:lnSpc>
                <a:spcPct val="100000"/>
              </a:lnSpc>
              <a:spcBef>
                <a:spcPts val="1135"/>
              </a:spcBef>
              <a:buFont typeface="Arial" panose="020B0604020202020204" pitchFamily="34" charset="0"/>
              <a:buChar char="•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Risk Score (e.g., 0.72 probability).</a:t>
            </a: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86400" y="1161314"/>
            <a:ext cx="68078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8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</a:t>
            </a:r>
            <a:r>
              <a:rPr sz="28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sz="28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sz="28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28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8AA32D5-B370-FD3D-BD58-564177C25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500776"/>
              </p:ext>
            </p:extLst>
          </p:nvPr>
        </p:nvGraphicFramePr>
        <p:xfrm>
          <a:off x="1578778" y="1867841"/>
          <a:ext cx="15109020" cy="43699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8170">
                  <a:extLst>
                    <a:ext uri="{9D8B030D-6E8A-4147-A177-3AD203B41FA5}">
                      <a16:colId xmlns:a16="http://schemas.microsoft.com/office/drawing/2014/main" val="721960133"/>
                    </a:ext>
                  </a:extLst>
                </a:gridCol>
                <a:gridCol w="2518170">
                  <a:extLst>
                    <a:ext uri="{9D8B030D-6E8A-4147-A177-3AD203B41FA5}">
                      <a16:colId xmlns:a16="http://schemas.microsoft.com/office/drawing/2014/main" val="689968640"/>
                    </a:ext>
                  </a:extLst>
                </a:gridCol>
                <a:gridCol w="2518170">
                  <a:extLst>
                    <a:ext uri="{9D8B030D-6E8A-4147-A177-3AD203B41FA5}">
                      <a16:colId xmlns:a16="http://schemas.microsoft.com/office/drawing/2014/main" val="1005529199"/>
                    </a:ext>
                  </a:extLst>
                </a:gridCol>
                <a:gridCol w="2518170">
                  <a:extLst>
                    <a:ext uri="{9D8B030D-6E8A-4147-A177-3AD203B41FA5}">
                      <a16:colId xmlns:a16="http://schemas.microsoft.com/office/drawing/2014/main" val="1517927923"/>
                    </a:ext>
                  </a:extLst>
                </a:gridCol>
                <a:gridCol w="2518170">
                  <a:extLst>
                    <a:ext uri="{9D8B030D-6E8A-4147-A177-3AD203B41FA5}">
                      <a16:colId xmlns:a16="http://schemas.microsoft.com/office/drawing/2014/main" val="1735128003"/>
                    </a:ext>
                  </a:extLst>
                </a:gridCol>
                <a:gridCol w="2518170">
                  <a:extLst>
                    <a:ext uri="{9D8B030D-6E8A-4147-A177-3AD203B41FA5}">
                      <a16:colId xmlns:a16="http://schemas.microsoft.com/office/drawing/2014/main" val="3853391917"/>
                    </a:ext>
                  </a:extLst>
                </a:gridCol>
              </a:tblGrid>
              <a:tr h="597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Keras</a:t>
                      </a: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(Baseline DL)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TensorFlow</a:t>
                      </a: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(General DL)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River</a:t>
                      </a: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(Streaming ML)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(Proposed)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4299650"/>
                  </a:ext>
                </a:extLst>
              </a:tr>
              <a:tr h="472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75–80%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78–82%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70–75%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85–90%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+8–15% 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129395"/>
                  </a:ext>
                </a:extLst>
              </a:tr>
              <a:tr h="597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ROC–AUC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&gt;0.90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Stronger separation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954617"/>
                  </a:ext>
                </a:extLst>
              </a:tr>
              <a:tr h="866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Speed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(needs GPU)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(GPU/TPU support)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(online updates)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on CPU/GPU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Faster, scalable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160960"/>
                  </a:ext>
                </a:extLst>
              </a:tr>
              <a:tr h="866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Interpretability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(black-box NN)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Low–Medium (with add-ons)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 (streaming, simpler)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(feature importance)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transparent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575108"/>
                  </a:ext>
                </a:extLst>
              </a:tr>
              <a:tr h="866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Suitability (Healthcare)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for imaging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for imaging + deep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Suited for continuous streams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structured medical data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 practical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8782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80426"/>
            <a:ext cx="18288000" cy="706755"/>
          </a:xfrm>
          <a:custGeom>
            <a:avLst/>
            <a:gdLst/>
            <a:ahLst/>
            <a:cxnLst/>
            <a:rect l="l" t="t" r="r" b="b"/>
            <a:pathLst>
              <a:path w="18288000" h="706754">
                <a:moveTo>
                  <a:pt x="18287999" y="706572"/>
                </a:moveTo>
                <a:lnTo>
                  <a:pt x="0" y="706572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706572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947391" y="0"/>
            <a:ext cx="3340735" cy="2819400"/>
          </a:xfrm>
          <a:custGeom>
            <a:avLst/>
            <a:gdLst/>
            <a:ahLst/>
            <a:cxnLst/>
            <a:rect l="l" t="t" r="r" b="b"/>
            <a:pathLst>
              <a:path w="3340734" h="2819400">
                <a:moveTo>
                  <a:pt x="3054034" y="2768534"/>
                </a:moveTo>
                <a:lnTo>
                  <a:pt x="1914775" y="2768534"/>
                </a:lnTo>
                <a:lnTo>
                  <a:pt x="1690363" y="2705034"/>
                </a:lnTo>
                <a:lnTo>
                  <a:pt x="1646549" y="2679634"/>
                </a:lnTo>
                <a:lnTo>
                  <a:pt x="1517399" y="2641534"/>
                </a:lnTo>
                <a:lnTo>
                  <a:pt x="1475142" y="2616134"/>
                </a:lnTo>
                <a:lnTo>
                  <a:pt x="1433295" y="2603434"/>
                </a:lnTo>
                <a:lnTo>
                  <a:pt x="1391868" y="2578034"/>
                </a:lnTo>
                <a:lnTo>
                  <a:pt x="1350869" y="2565334"/>
                </a:lnTo>
                <a:lnTo>
                  <a:pt x="1270189" y="2514534"/>
                </a:lnTo>
                <a:lnTo>
                  <a:pt x="1230526" y="2501834"/>
                </a:lnTo>
                <a:lnTo>
                  <a:pt x="1152595" y="2451034"/>
                </a:lnTo>
                <a:lnTo>
                  <a:pt x="1076584" y="2400234"/>
                </a:lnTo>
                <a:lnTo>
                  <a:pt x="1002561" y="2349434"/>
                </a:lnTo>
                <a:lnTo>
                  <a:pt x="966317" y="2324034"/>
                </a:lnTo>
                <a:lnTo>
                  <a:pt x="930595" y="2298634"/>
                </a:lnTo>
                <a:lnTo>
                  <a:pt x="895406" y="2273234"/>
                </a:lnTo>
                <a:lnTo>
                  <a:pt x="860756" y="2247834"/>
                </a:lnTo>
                <a:lnTo>
                  <a:pt x="826655" y="2209734"/>
                </a:lnTo>
                <a:lnTo>
                  <a:pt x="793112" y="2184334"/>
                </a:lnTo>
                <a:lnTo>
                  <a:pt x="760135" y="2158934"/>
                </a:lnTo>
                <a:lnTo>
                  <a:pt x="727732" y="2120834"/>
                </a:lnTo>
                <a:lnTo>
                  <a:pt x="695913" y="2095434"/>
                </a:lnTo>
                <a:lnTo>
                  <a:pt x="664686" y="2057334"/>
                </a:lnTo>
                <a:lnTo>
                  <a:pt x="634059" y="2031934"/>
                </a:lnTo>
                <a:lnTo>
                  <a:pt x="604042" y="1993834"/>
                </a:lnTo>
                <a:lnTo>
                  <a:pt x="574643" y="1955734"/>
                </a:lnTo>
                <a:lnTo>
                  <a:pt x="545870" y="1930334"/>
                </a:lnTo>
                <a:lnTo>
                  <a:pt x="517732" y="1892234"/>
                </a:lnTo>
                <a:lnTo>
                  <a:pt x="490238" y="1854134"/>
                </a:lnTo>
                <a:lnTo>
                  <a:pt x="463396" y="1816034"/>
                </a:lnTo>
                <a:lnTo>
                  <a:pt x="437216" y="1790634"/>
                </a:lnTo>
                <a:lnTo>
                  <a:pt x="411705" y="1752534"/>
                </a:lnTo>
                <a:lnTo>
                  <a:pt x="386872" y="1714434"/>
                </a:lnTo>
                <a:lnTo>
                  <a:pt x="362726" y="1676334"/>
                </a:lnTo>
                <a:lnTo>
                  <a:pt x="339276" y="1638234"/>
                </a:lnTo>
                <a:lnTo>
                  <a:pt x="316530" y="1600134"/>
                </a:lnTo>
                <a:lnTo>
                  <a:pt x="294496" y="1562034"/>
                </a:lnTo>
                <a:lnTo>
                  <a:pt x="273185" y="1523934"/>
                </a:lnTo>
                <a:lnTo>
                  <a:pt x="252603" y="1485834"/>
                </a:lnTo>
                <a:lnTo>
                  <a:pt x="232760" y="1435034"/>
                </a:lnTo>
                <a:lnTo>
                  <a:pt x="213664" y="1396934"/>
                </a:lnTo>
                <a:lnTo>
                  <a:pt x="195324" y="1358834"/>
                </a:lnTo>
                <a:lnTo>
                  <a:pt x="177749" y="1320734"/>
                </a:lnTo>
                <a:lnTo>
                  <a:pt x="160947" y="1269934"/>
                </a:lnTo>
                <a:lnTo>
                  <a:pt x="144927" y="1231834"/>
                </a:lnTo>
                <a:lnTo>
                  <a:pt x="129697" y="1193734"/>
                </a:lnTo>
                <a:lnTo>
                  <a:pt x="115266" y="1142934"/>
                </a:lnTo>
                <a:lnTo>
                  <a:pt x="101643" y="1104834"/>
                </a:lnTo>
                <a:lnTo>
                  <a:pt x="88837" y="1066734"/>
                </a:lnTo>
                <a:lnTo>
                  <a:pt x="76855" y="1015934"/>
                </a:lnTo>
                <a:lnTo>
                  <a:pt x="65707" y="977834"/>
                </a:lnTo>
                <a:lnTo>
                  <a:pt x="55401" y="927034"/>
                </a:lnTo>
                <a:lnTo>
                  <a:pt x="45947" y="888934"/>
                </a:lnTo>
                <a:lnTo>
                  <a:pt x="37351" y="838134"/>
                </a:lnTo>
                <a:lnTo>
                  <a:pt x="29624" y="800034"/>
                </a:lnTo>
                <a:lnTo>
                  <a:pt x="22774" y="749234"/>
                </a:lnTo>
                <a:lnTo>
                  <a:pt x="16809" y="698434"/>
                </a:lnTo>
                <a:lnTo>
                  <a:pt x="11737" y="660334"/>
                </a:lnTo>
                <a:lnTo>
                  <a:pt x="7569" y="609534"/>
                </a:lnTo>
                <a:lnTo>
                  <a:pt x="4312" y="558734"/>
                </a:lnTo>
                <a:lnTo>
                  <a:pt x="1975" y="520634"/>
                </a:lnTo>
                <a:lnTo>
                  <a:pt x="566" y="469834"/>
                </a:lnTo>
                <a:lnTo>
                  <a:pt x="0" y="419034"/>
                </a:lnTo>
                <a:lnTo>
                  <a:pt x="566" y="380934"/>
                </a:lnTo>
                <a:lnTo>
                  <a:pt x="1975" y="330134"/>
                </a:lnTo>
                <a:lnTo>
                  <a:pt x="4312" y="279334"/>
                </a:lnTo>
                <a:lnTo>
                  <a:pt x="7569" y="241234"/>
                </a:lnTo>
                <a:lnTo>
                  <a:pt x="11737" y="190434"/>
                </a:lnTo>
                <a:lnTo>
                  <a:pt x="16809" y="139634"/>
                </a:lnTo>
                <a:lnTo>
                  <a:pt x="22774" y="101534"/>
                </a:lnTo>
                <a:lnTo>
                  <a:pt x="29624" y="50734"/>
                </a:lnTo>
                <a:lnTo>
                  <a:pt x="37351" y="0"/>
                </a:lnTo>
                <a:lnTo>
                  <a:pt x="3340607" y="0"/>
                </a:lnTo>
                <a:lnTo>
                  <a:pt x="3340607" y="2674221"/>
                </a:lnTo>
                <a:lnTo>
                  <a:pt x="3322260" y="2679634"/>
                </a:lnTo>
                <a:lnTo>
                  <a:pt x="3278446" y="2705034"/>
                </a:lnTo>
                <a:lnTo>
                  <a:pt x="3054034" y="2768534"/>
                </a:lnTo>
                <a:close/>
              </a:path>
              <a:path w="3340734" h="2819400">
                <a:moveTo>
                  <a:pt x="2915424" y="2793934"/>
                </a:moveTo>
                <a:lnTo>
                  <a:pt x="2053385" y="2793934"/>
                </a:lnTo>
                <a:lnTo>
                  <a:pt x="1960665" y="2768534"/>
                </a:lnTo>
                <a:lnTo>
                  <a:pt x="3008144" y="2768534"/>
                </a:lnTo>
                <a:lnTo>
                  <a:pt x="2915424" y="2793934"/>
                </a:lnTo>
                <a:close/>
              </a:path>
              <a:path w="3340734" h="2819400">
                <a:moveTo>
                  <a:pt x="2821511" y="2806634"/>
                </a:moveTo>
                <a:lnTo>
                  <a:pt x="2147298" y="2806634"/>
                </a:lnTo>
                <a:lnTo>
                  <a:pt x="2100197" y="2793934"/>
                </a:lnTo>
                <a:lnTo>
                  <a:pt x="2868612" y="2793934"/>
                </a:lnTo>
                <a:lnTo>
                  <a:pt x="2821511" y="2806634"/>
                </a:lnTo>
                <a:close/>
              </a:path>
              <a:path w="3340734" h="2819400">
                <a:moveTo>
                  <a:pt x="2726472" y="2819334"/>
                </a:moveTo>
                <a:lnTo>
                  <a:pt x="2242337" y="2819334"/>
                </a:lnTo>
                <a:lnTo>
                  <a:pt x="2194681" y="2806634"/>
                </a:lnTo>
                <a:lnTo>
                  <a:pt x="2774127" y="2806634"/>
                </a:lnTo>
                <a:lnTo>
                  <a:pt x="2726472" y="2819334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496233"/>
            <a:ext cx="739140" cy="1428750"/>
          </a:xfrm>
          <a:custGeom>
            <a:avLst/>
            <a:gdLst/>
            <a:ahLst/>
            <a:cxnLst/>
            <a:rect l="l" t="t" r="r" b="b"/>
            <a:pathLst>
              <a:path w="739140" h="1428750">
                <a:moveTo>
                  <a:pt x="0" y="1428719"/>
                </a:moveTo>
                <a:lnTo>
                  <a:pt x="0" y="0"/>
                </a:lnTo>
                <a:lnTo>
                  <a:pt x="48566" y="1519"/>
                </a:lnTo>
                <a:lnTo>
                  <a:pt x="96295" y="6015"/>
                </a:lnTo>
                <a:lnTo>
                  <a:pt x="143086" y="13393"/>
                </a:lnTo>
                <a:lnTo>
                  <a:pt x="188845" y="23558"/>
                </a:lnTo>
                <a:lnTo>
                  <a:pt x="233472" y="36418"/>
                </a:lnTo>
                <a:lnTo>
                  <a:pt x="276872" y="51877"/>
                </a:lnTo>
                <a:lnTo>
                  <a:pt x="318946" y="69842"/>
                </a:lnTo>
                <a:lnTo>
                  <a:pt x="359597" y="90219"/>
                </a:lnTo>
                <a:lnTo>
                  <a:pt x="398728" y="112913"/>
                </a:lnTo>
                <a:lnTo>
                  <a:pt x="436241" y="137830"/>
                </a:lnTo>
                <a:lnTo>
                  <a:pt x="472040" y="164876"/>
                </a:lnTo>
                <a:lnTo>
                  <a:pt x="506026" y="193956"/>
                </a:lnTo>
                <a:lnTo>
                  <a:pt x="538103" y="224978"/>
                </a:lnTo>
                <a:lnTo>
                  <a:pt x="568173" y="257847"/>
                </a:lnTo>
                <a:lnTo>
                  <a:pt x="596139" y="292468"/>
                </a:lnTo>
                <a:lnTo>
                  <a:pt x="621904" y="328747"/>
                </a:lnTo>
                <a:lnTo>
                  <a:pt x="645369" y="366591"/>
                </a:lnTo>
                <a:lnTo>
                  <a:pt x="666439" y="405905"/>
                </a:lnTo>
                <a:lnTo>
                  <a:pt x="685015" y="446595"/>
                </a:lnTo>
                <a:lnTo>
                  <a:pt x="701000" y="488566"/>
                </a:lnTo>
                <a:lnTo>
                  <a:pt x="714297" y="531726"/>
                </a:lnTo>
                <a:lnTo>
                  <a:pt x="724809" y="575979"/>
                </a:lnTo>
                <a:lnTo>
                  <a:pt x="732437" y="621232"/>
                </a:lnTo>
                <a:lnTo>
                  <a:pt x="737086" y="667390"/>
                </a:lnTo>
                <a:lnTo>
                  <a:pt x="738657" y="714359"/>
                </a:lnTo>
                <a:lnTo>
                  <a:pt x="737086" y="761329"/>
                </a:lnTo>
                <a:lnTo>
                  <a:pt x="732437" y="807487"/>
                </a:lnTo>
                <a:lnTo>
                  <a:pt x="724809" y="852739"/>
                </a:lnTo>
                <a:lnTo>
                  <a:pt x="714297" y="896993"/>
                </a:lnTo>
                <a:lnTo>
                  <a:pt x="701000" y="940152"/>
                </a:lnTo>
                <a:lnTo>
                  <a:pt x="685015" y="982124"/>
                </a:lnTo>
                <a:lnTo>
                  <a:pt x="666439" y="1022814"/>
                </a:lnTo>
                <a:lnTo>
                  <a:pt x="645369" y="1062128"/>
                </a:lnTo>
                <a:lnTo>
                  <a:pt x="621904" y="1099972"/>
                </a:lnTo>
                <a:lnTo>
                  <a:pt x="596139" y="1136251"/>
                </a:lnTo>
                <a:lnTo>
                  <a:pt x="568173" y="1170872"/>
                </a:lnTo>
                <a:lnTo>
                  <a:pt x="538103" y="1203740"/>
                </a:lnTo>
                <a:lnTo>
                  <a:pt x="506026" y="1234762"/>
                </a:lnTo>
                <a:lnTo>
                  <a:pt x="472040" y="1263843"/>
                </a:lnTo>
                <a:lnTo>
                  <a:pt x="436241" y="1290889"/>
                </a:lnTo>
                <a:lnTo>
                  <a:pt x="398728" y="1315806"/>
                </a:lnTo>
                <a:lnTo>
                  <a:pt x="359597" y="1338500"/>
                </a:lnTo>
                <a:lnTo>
                  <a:pt x="318946" y="1358876"/>
                </a:lnTo>
                <a:lnTo>
                  <a:pt x="276872" y="1376841"/>
                </a:lnTo>
                <a:lnTo>
                  <a:pt x="233472" y="1392301"/>
                </a:lnTo>
                <a:lnTo>
                  <a:pt x="188845" y="1405160"/>
                </a:lnTo>
                <a:lnTo>
                  <a:pt x="143086" y="1415326"/>
                </a:lnTo>
                <a:lnTo>
                  <a:pt x="96295" y="1422704"/>
                </a:lnTo>
                <a:lnTo>
                  <a:pt x="48566" y="1427200"/>
                </a:lnTo>
                <a:lnTo>
                  <a:pt x="0" y="1428719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57300" y="237707"/>
            <a:ext cx="15773400" cy="1170580"/>
          </a:xfrm>
          <a:prstGeom prst="rect">
            <a:avLst/>
          </a:prstGeom>
        </p:spPr>
        <p:txBody>
          <a:bodyPr vert="horz" wrap="square" lIns="0" tIns="153419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  <a:endParaRPr baseline="-24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26C6741-BA0D-22D6-4347-5BC9C60C58C5}"/>
              </a:ext>
            </a:extLst>
          </p:cNvPr>
          <p:cNvSpPr/>
          <p:nvPr/>
        </p:nvSpPr>
        <p:spPr>
          <a:xfrm>
            <a:off x="1295400" y="1615217"/>
            <a:ext cx="14935200" cy="410732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risk prediction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structured clinical and lifestyle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complex numerical scores into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 descriptive text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patient understanding.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to create medical-style visuals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results more intuitive and engaging.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comprehensive reports (PDF/HTML)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patients and healthcare providers.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web dashboard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accessibility across devices.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6DF775F-92E9-FB3C-F139-3A2FF9AEE9AC}"/>
              </a:ext>
            </a:extLst>
          </p:cNvPr>
          <p:cNvSpPr/>
          <p:nvPr/>
        </p:nvSpPr>
        <p:spPr>
          <a:xfrm>
            <a:off x="1325880" y="5982505"/>
            <a:ext cx="14935200" cy="410732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and completeness of input 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noisy or missing values can affect predictions.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visuals are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symbolic, not diagnostic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may be misinterpreted if not explained properly.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resources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risk prediction and image generation.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may be limited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low-resource healthcare settings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restricted digital access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1" name="object 35">
            <a:extLst>
              <a:ext uri="{FF2B5EF4-FFF2-40B4-BE49-F238E27FC236}">
                <a16:creationId xmlns:a16="http://schemas.microsoft.com/office/drawing/2014/main" id="{8483267F-3604-1137-D404-F2AB60D9CB94}"/>
              </a:ext>
            </a:extLst>
          </p:cNvPr>
          <p:cNvSpPr txBox="1"/>
          <p:nvPr/>
        </p:nvSpPr>
        <p:spPr>
          <a:xfrm>
            <a:off x="17116575" y="9681369"/>
            <a:ext cx="28321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lang="en-IN" sz="2000" b="1" spc="-25" dirty="0">
                <a:latin typeface="Calibri"/>
                <a:cs typeface="Calibri"/>
              </a:rPr>
              <a:t>11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EDB5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371099" y="0"/>
            <a:ext cx="3917315" cy="3445510"/>
          </a:xfrm>
          <a:custGeom>
            <a:avLst/>
            <a:gdLst/>
            <a:ahLst/>
            <a:cxnLst/>
            <a:rect l="l" t="t" r="r" b="b"/>
            <a:pathLst>
              <a:path w="3917315" h="3445510">
                <a:moveTo>
                  <a:pt x="3699151" y="3394484"/>
                </a:moveTo>
                <a:lnTo>
                  <a:pt x="2448527" y="3394484"/>
                </a:lnTo>
                <a:lnTo>
                  <a:pt x="1996416" y="3267484"/>
                </a:lnTo>
                <a:lnTo>
                  <a:pt x="1952842" y="3242084"/>
                </a:lnTo>
                <a:lnTo>
                  <a:pt x="1866661" y="3216684"/>
                </a:lnTo>
                <a:lnTo>
                  <a:pt x="1824067" y="3191284"/>
                </a:lnTo>
                <a:lnTo>
                  <a:pt x="1781810" y="3178584"/>
                </a:lnTo>
                <a:lnTo>
                  <a:pt x="1739898" y="3153184"/>
                </a:lnTo>
                <a:lnTo>
                  <a:pt x="1698335" y="3140484"/>
                </a:lnTo>
                <a:lnTo>
                  <a:pt x="1657128" y="3115084"/>
                </a:lnTo>
                <a:lnTo>
                  <a:pt x="1616283" y="3102384"/>
                </a:lnTo>
                <a:lnTo>
                  <a:pt x="1495971" y="3026184"/>
                </a:lnTo>
                <a:lnTo>
                  <a:pt x="1456629" y="3013484"/>
                </a:lnTo>
                <a:lnTo>
                  <a:pt x="1379120" y="2962684"/>
                </a:lnTo>
                <a:lnTo>
                  <a:pt x="1303219" y="2911884"/>
                </a:lnTo>
                <a:lnTo>
                  <a:pt x="1228972" y="2861084"/>
                </a:lnTo>
                <a:lnTo>
                  <a:pt x="1192483" y="2835684"/>
                </a:lnTo>
                <a:lnTo>
                  <a:pt x="1156425" y="2797584"/>
                </a:lnTo>
                <a:lnTo>
                  <a:pt x="1085624" y="2746784"/>
                </a:lnTo>
                <a:lnTo>
                  <a:pt x="1050893" y="2721384"/>
                </a:lnTo>
                <a:lnTo>
                  <a:pt x="1016617" y="2683284"/>
                </a:lnTo>
                <a:lnTo>
                  <a:pt x="982799" y="2657884"/>
                </a:lnTo>
                <a:lnTo>
                  <a:pt x="949448" y="2632484"/>
                </a:lnTo>
                <a:lnTo>
                  <a:pt x="916568" y="2594384"/>
                </a:lnTo>
                <a:lnTo>
                  <a:pt x="884165" y="2568984"/>
                </a:lnTo>
                <a:lnTo>
                  <a:pt x="852245" y="2530884"/>
                </a:lnTo>
                <a:lnTo>
                  <a:pt x="820813" y="2505484"/>
                </a:lnTo>
                <a:lnTo>
                  <a:pt x="789877" y="2467384"/>
                </a:lnTo>
                <a:lnTo>
                  <a:pt x="759440" y="2429284"/>
                </a:lnTo>
                <a:lnTo>
                  <a:pt x="729510" y="2403884"/>
                </a:lnTo>
                <a:lnTo>
                  <a:pt x="700092" y="2365784"/>
                </a:lnTo>
                <a:lnTo>
                  <a:pt x="671191" y="2327683"/>
                </a:lnTo>
                <a:lnTo>
                  <a:pt x="642814" y="2302283"/>
                </a:lnTo>
                <a:lnTo>
                  <a:pt x="614966" y="2264183"/>
                </a:lnTo>
                <a:lnTo>
                  <a:pt x="587653" y="2226083"/>
                </a:lnTo>
                <a:lnTo>
                  <a:pt x="560881" y="2187983"/>
                </a:lnTo>
                <a:lnTo>
                  <a:pt x="534655" y="2149883"/>
                </a:lnTo>
                <a:lnTo>
                  <a:pt x="508983" y="2111783"/>
                </a:lnTo>
                <a:lnTo>
                  <a:pt x="483868" y="2086383"/>
                </a:lnTo>
                <a:lnTo>
                  <a:pt x="459317" y="2048283"/>
                </a:lnTo>
                <a:lnTo>
                  <a:pt x="435336" y="2010183"/>
                </a:lnTo>
                <a:lnTo>
                  <a:pt x="411931" y="1972083"/>
                </a:lnTo>
                <a:lnTo>
                  <a:pt x="389108" y="1933983"/>
                </a:lnTo>
                <a:lnTo>
                  <a:pt x="366871" y="1883183"/>
                </a:lnTo>
                <a:lnTo>
                  <a:pt x="345227" y="1845083"/>
                </a:lnTo>
                <a:lnTo>
                  <a:pt x="324183" y="1806983"/>
                </a:lnTo>
                <a:lnTo>
                  <a:pt x="303742" y="1768883"/>
                </a:lnTo>
                <a:lnTo>
                  <a:pt x="283913" y="1730783"/>
                </a:lnTo>
                <a:lnTo>
                  <a:pt x="264699" y="1692683"/>
                </a:lnTo>
                <a:lnTo>
                  <a:pt x="246107" y="1641883"/>
                </a:lnTo>
                <a:lnTo>
                  <a:pt x="228143" y="1603783"/>
                </a:lnTo>
                <a:lnTo>
                  <a:pt x="210813" y="1565683"/>
                </a:lnTo>
                <a:lnTo>
                  <a:pt x="194122" y="1514883"/>
                </a:lnTo>
                <a:lnTo>
                  <a:pt x="178076" y="1476783"/>
                </a:lnTo>
                <a:lnTo>
                  <a:pt x="162680" y="1438683"/>
                </a:lnTo>
                <a:lnTo>
                  <a:pt x="147942" y="1387883"/>
                </a:lnTo>
                <a:lnTo>
                  <a:pt x="133866" y="1349783"/>
                </a:lnTo>
                <a:lnTo>
                  <a:pt x="120458" y="1311683"/>
                </a:lnTo>
                <a:lnTo>
                  <a:pt x="107725" y="1260883"/>
                </a:lnTo>
                <a:lnTo>
                  <a:pt x="95671" y="1222783"/>
                </a:lnTo>
                <a:lnTo>
                  <a:pt x="84303" y="1171983"/>
                </a:lnTo>
                <a:lnTo>
                  <a:pt x="73626" y="1133883"/>
                </a:lnTo>
                <a:lnTo>
                  <a:pt x="63647" y="1083083"/>
                </a:lnTo>
                <a:lnTo>
                  <a:pt x="54371" y="1032283"/>
                </a:lnTo>
                <a:lnTo>
                  <a:pt x="45803" y="994183"/>
                </a:lnTo>
                <a:lnTo>
                  <a:pt x="37950" y="943383"/>
                </a:lnTo>
                <a:lnTo>
                  <a:pt x="30818" y="905283"/>
                </a:lnTo>
                <a:lnTo>
                  <a:pt x="24412" y="854483"/>
                </a:lnTo>
                <a:lnTo>
                  <a:pt x="18737" y="803683"/>
                </a:lnTo>
                <a:lnTo>
                  <a:pt x="13801" y="765583"/>
                </a:lnTo>
                <a:lnTo>
                  <a:pt x="9608" y="714783"/>
                </a:lnTo>
                <a:lnTo>
                  <a:pt x="6164" y="663983"/>
                </a:lnTo>
                <a:lnTo>
                  <a:pt x="3476" y="625883"/>
                </a:lnTo>
                <a:lnTo>
                  <a:pt x="1548" y="575083"/>
                </a:lnTo>
                <a:lnTo>
                  <a:pt x="388" y="524283"/>
                </a:lnTo>
                <a:lnTo>
                  <a:pt x="0" y="473483"/>
                </a:lnTo>
                <a:lnTo>
                  <a:pt x="388" y="435383"/>
                </a:lnTo>
                <a:lnTo>
                  <a:pt x="1548" y="384583"/>
                </a:lnTo>
                <a:lnTo>
                  <a:pt x="3476" y="333783"/>
                </a:lnTo>
                <a:lnTo>
                  <a:pt x="6164" y="282983"/>
                </a:lnTo>
                <a:lnTo>
                  <a:pt x="9608" y="244883"/>
                </a:lnTo>
                <a:lnTo>
                  <a:pt x="13801" y="194083"/>
                </a:lnTo>
                <a:lnTo>
                  <a:pt x="18737" y="143283"/>
                </a:lnTo>
                <a:lnTo>
                  <a:pt x="24412" y="105183"/>
                </a:lnTo>
                <a:lnTo>
                  <a:pt x="30818" y="54383"/>
                </a:lnTo>
                <a:lnTo>
                  <a:pt x="37950" y="16283"/>
                </a:lnTo>
                <a:lnTo>
                  <a:pt x="40468" y="0"/>
                </a:lnTo>
                <a:lnTo>
                  <a:pt x="3916898" y="0"/>
                </a:lnTo>
                <a:lnTo>
                  <a:pt x="3916898" y="3333317"/>
                </a:lnTo>
                <a:lnTo>
                  <a:pt x="3699151" y="3394484"/>
                </a:lnTo>
                <a:close/>
              </a:path>
              <a:path w="3917315" h="3445510">
                <a:moveTo>
                  <a:pt x="3558241" y="3419884"/>
                </a:moveTo>
                <a:lnTo>
                  <a:pt x="2589437" y="3419884"/>
                </a:lnTo>
                <a:lnTo>
                  <a:pt x="2495248" y="3394484"/>
                </a:lnTo>
                <a:lnTo>
                  <a:pt x="3652431" y="3394484"/>
                </a:lnTo>
                <a:lnTo>
                  <a:pt x="3558241" y="3419884"/>
                </a:lnTo>
                <a:close/>
              </a:path>
              <a:path w="3917315" h="3445510">
                <a:moveTo>
                  <a:pt x="3463093" y="3432584"/>
                </a:moveTo>
                <a:lnTo>
                  <a:pt x="2684585" y="3432584"/>
                </a:lnTo>
                <a:lnTo>
                  <a:pt x="2636894" y="3419884"/>
                </a:lnTo>
                <a:lnTo>
                  <a:pt x="3510784" y="3419884"/>
                </a:lnTo>
                <a:lnTo>
                  <a:pt x="3463093" y="3432584"/>
                </a:lnTo>
                <a:close/>
              </a:path>
              <a:path w="3917315" h="3445510">
                <a:moveTo>
                  <a:pt x="3318675" y="3445284"/>
                </a:moveTo>
                <a:lnTo>
                  <a:pt x="2829004" y="3445284"/>
                </a:lnTo>
                <a:lnTo>
                  <a:pt x="2780646" y="3432584"/>
                </a:lnTo>
                <a:lnTo>
                  <a:pt x="3367033" y="3432584"/>
                </a:lnTo>
                <a:lnTo>
                  <a:pt x="3318675" y="3445284"/>
                </a:lnTo>
                <a:close/>
              </a:path>
            </a:pathLst>
          </a:custGeom>
          <a:solidFill>
            <a:srgbClr val="FFFFFF">
              <a:alpha val="40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5535" y="2005420"/>
            <a:ext cx="12582525" cy="6712584"/>
          </a:xfrm>
          <a:custGeom>
            <a:avLst/>
            <a:gdLst/>
            <a:ahLst/>
            <a:cxnLst/>
            <a:rect l="l" t="t" r="r" b="b"/>
            <a:pathLst>
              <a:path w="12582525" h="6712584">
                <a:moveTo>
                  <a:pt x="12581968" y="6712093"/>
                </a:moveTo>
                <a:lnTo>
                  <a:pt x="0" y="6712093"/>
                </a:lnTo>
                <a:lnTo>
                  <a:pt x="0" y="0"/>
                </a:lnTo>
                <a:lnTo>
                  <a:pt x="12581968" y="0"/>
                </a:lnTo>
                <a:lnTo>
                  <a:pt x="12581968" y="6712093"/>
                </a:lnTo>
                <a:close/>
              </a:path>
            </a:pathLst>
          </a:custGeom>
          <a:solidFill>
            <a:srgbClr val="FEFAF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03432" y="2377423"/>
            <a:ext cx="5005705" cy="89639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IN" sz="8625" baseline="-2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8625" baseline="-24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69841" y="3727629"/>
            <a:ext cx="9593568" cy="13935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27600"/>
              </a:lnSpc>
              <a:spcBef>
                <a:spcPts val="95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Risk2Image effectively bridges the gap between accurate prediction and patient understanding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combining machine learning–based risk forecasting with descriptive text and personalized generative visuals.</a:t>
            </a: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37966" y="4018371"/>
            <a:ext cx="657225" cy="635635"/>
          </a:xfrm>
          <a:custGeom>
            <a:avLst/>
            <a:gdLst/>
            <a:ahLst/>
            <a:cxnLst/>
            <a:rect l="l" t="t" r="r" b="b"/>
            <a:pathLst>
              <a:path w="657225" h="635635">
                <a:moveTo>
                  <a:pt x="328371" y="635139"/>
                </a:moveTo>
                <a:lnTo>
                  <a:pt x="279847" y="631695"/>
                </a:lnTo>
                <a:lnTo>
                  <a:pt x="233533" y="621693"/>
                </a:lnTo>
                <a:lnTo>
                  <a:pt x="189938" y="605623"/>
                </a:lnTo>
                <a:lnTo>
                  <a:pt x="149569" y="583976"/>
                </a:lnTo>
                <a:lnTo>
                  <a:pt x="112935" y="557244"/>
                </a:lnTo>
                <a:lnTo>
                  <a:pt x="80543" y="525918"/>
                </a:lnTo>
                <a:lnTo>
                  <a:pt x="52902" y="490489"/>
                </a:lnTo>
                <a:lnTo>
                  <a:pt x="30519" y="451448"/>
                </a:lnTo>
                <a:lnTo>
                  <a:pt x="13902" y="409287"/>
                </a:lnTo>
                <a:lnTo>
                  <a:pt x="3560" y="364497"/>
                </a:lnTo>
                <a:lnTo>
                  <a:pt x="0" y="317569"/>
                </a:lnTo>
                <a:lnTo>
                  <a:pt x="3560" y="270641"/>
                </a:lnTo>
                <a:lnTo>
                  <a:pt x="13902" y="225851"/>
                </a:lnTo>
                <a:lnTo>
                  <a:pt x="30519" y="183690"/>
                </a:lnTo>
                <a:lnTo>
                  <a:pt x="52902" y="144649"/>
                </a:lnTo>
                <a:lnTo>
                  <a:pt x="80543" y="109220"/>
                </a:lnTo>
                <a:lnTo>
                  <a:pt x="112935" y="77894"/>
                </a:lnTo>
                <a:lnTo>
                  <a:pt x="149569" y="51162"/>
                </a:lnTo>
                <a:lnTo>
                  <a:pt x="189938" y="29515"/>
                </a:lnTo>
                <a:lnTo>
                  <a:pt x="233533" y="13445"/>
                </a:lnTo>
                <a:lnTo>
                  <a:pt x="279847" y="3443"/>
                </a:lnTo>
                <a:lnTo>
                  <a:pt x="328371" y="0"/>
                </a:lnTo>
                <a:lnTo>
                  <a:pt x="376895" y="3443"/>
                </a:lnTo>
                <a:lnTo>
                  <a:pt x="423209" y="13445"/>
                </a:lnTo>
                <a:lnTo>
                  <a:pt x="466804" y="29515"/>
                </a:lnTo>
                <a:lnTo>
                  <a:pt x="507173" y="51162"/>
                </a:lnTo>
                <a:lnTo>
                  <a:pt x="543807" y="77894"/>
                </a:lnTo>
                <a:lnTo>
                  <a:pt x="576198" y="109220"/>
                </a:lnTo>
                <a:lnTo>
                  <a:pt x="603840" y="144649"/>
                </a:lnTo>
                <a:lnTo>
                  <a:pt x="626223" y="183690"/>
                </a:lnTo>
                <a:lnTo>
                  <a:pt x="642839" y="225851"/>
                </a:lnTo>
                <a:lnTo>
                  <a:pt x="653182" y="270641"/>
                </a:lnTo>
                <a:lnTo>
                  <a:pt x="656742" y="317569"/>
                </a:lnTo>
                <a:lnTo>
                  <a:pt x="653182" y="364497"/>
                </a:lnTo>
                <a:lnTo>
                  <a:pt x="642839" y="409287"/>
                </a:lnTo>
                <a:lnTo>
                  <a:pt x="626223" y="451448"/>
                </a:lnTo>
                <a:lnTo>
                  <a:pt x="603840" y="490489"/>
                </a:lnTo>
                <a:lnTo>
                  <a:pt x="576198" y="525918"/>
                </a:lnTo>
                <a:lnTo>
                  <a:pt x="543807" y="557244"/>
                </a:lnTo>
                <a:lnTo>
                  <a:pt x="507173" y="583976"/>
                </a:lnTo>
                <a:lnTo>
                  <a:pt x="466804" y="605623"/>
                </a:lnTo>
                <a:lnTo>
                  <a:pt x="423209" y="621693"/>
                </a:lnTo>
                <a:lnTo>
                  <a:pt x="376895" y="631695"/>
                </a:lnTo>
                <a:lnTo>
                  <a:pt x="328371" y="635139"/>
                </a:lnTo>
                <a:close/>
              </a:path>
            </a:pathLst>
          </a:custGeom>
          <a:solidFill>
            <a:srgbClr val="2B2E6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9438" y="4135877"/>
            <a:ext cx="446405" cy="372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250" spc="-95" dirty="0">
                <a:solidFill>
                  <a:srgbClr val="FFFE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01.</a:t>
            </a: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69841" y="5427100"/>
            <a:ext cx="9593568" cy="1383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89355">
              <a:lnSpc>
                <a:spcPct val="126699"/>
              </a:lnSpc>
              <a:spcBef>
                <a:spcPts val="1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healthcare and doctor–patient communication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automated reports and an accessible web dashboard, promoting early screening and timely interventions.</a:t>
            </a:r>
            <a:endParaRPr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37966" y="5977620"/>
            <a:ext cx="657225" cy="635635"/>
          </a:xfrm>
          <a:custGeom>
            <a:avLst/>
            <a:gdLst/>
            <a:ahLst/>
            <a:cxnLst/>
            <a:rect l="l" t="t" r="r" b="b"/>
            <a:pathLst>
              <a:path w="657225" h="635634">
                <a:moveTo>
                  <a:pt x="328371" y="635138"/>
                </a:moveTo>
                <a:lnTo>
                  <a:pt x="279847" y="631695"/>
                </a:lnTo>
                <a:lnTo>
                  <a:pt x="233533" y="621693"/>
                </a:lnTo>
                <a:lnTo>
                  <a:pt x="189938" y="605623"/>
                </a:lnTo>
                <a:lnTo>
                  <a:pt x="149569" y="583976"/>
                </a:lnTo>
                <a:lnTo>
                  <a:pt x="112935" y="557244"/>
                </a:lnTo>
                <a:lnTo>
                  <a:pt x="80543" y="525918"/>
                </a:lnTo>
                <a:lnTo>
                  <a:pt x="52902" y="490489"/>
                </a:lnTo>
                <a:lnTo>
                  <a:pt x="30519" y="451448"/>
                </a:lnTo>
                <a:lnTo>
                  <a:pt x="13902" y="409287"/>
                </a:lnTo>
                <a:lnTo>
                  <a:pt x="3560" y="364497"/>
                </a:lnTo>
                <a:lnTo>
                  <a:pt x="0" y="317569"/>
                </a:lnTo>
                <a:lnTo>
                  <a:pt x="3560" y="270641"/>
                </a:lnTo>
                <a:lnTo>
                  <a:pt x="13902" y="225851"/>
                </a:lnTo>
                <a:lnTo>
                  <a:pt x="30519" y="183690"/>
                </a:lnTo>
                <a:lnTo>
                  <a:pt x="52902" y="144649"/>
                </a:lnTo>
                <a:lnTo>
                  <a:pt x="80543" y="109220"/>
                </a:lnTo>
                <a:lnTo>
                  <a:pt x="112935" y="77894"/>
                </a:lnTo>
                <a:lnTo>
                  <a:pt x="149569" y="51162"/>
                </a:lnTo>
                <a:lnTo>
                  <a:pt x="189938" y="29515"/>
                </a:lnTo>
                <a:lnTo>
                  <a:pt x="233533" y="13445"/>
                </a:lnTo>
                <a:lnTo>
                  <a:pt x="279847" y="3443"/>
                </a:lnTo>
                <a:lnTo>
                  <a:pt x="328371" y="0"/>
                </a:lnTo>
                <a:lnTo>
                  <a:pt x="376895" y="3443"/>
                </a:lnTo>
                <a:lnTo>
                  <a:pt x="423209" y="13445"/>
                </a:lnTo>
                <a:lnTo>
                  <a:pt x="466804" y="29515"/>
                </a:lnTo>
                <a:lnTo>
                  <a:pt x="507173" y="51162"/>
                </a:lnTo>
                <a:lnTo>
                  <a:pt x="543807" y="77894"/>
                </a:lnTo>
                <a:lnTo>
                  <a:pt x="576198" y="109220"/>
                </a:lnTo>
                <a:lnTo>
                  <a:pt x="603840" y="144649"/>
                </a:lnTo>
                <a:lnTo>
                  <a:pt x="626223" y="183690"/>
                </a:lnTo>
                <a:lnTo>
                  <a:pt x="642839" y="225851"/>
                </a:lnTo>
                <a:lnTo>
                  <a:pt x="653182" y="270641"/>
                </a:lnTo>
                <a:lnTo>
                  <a:pt x="656742" y="317569"/>
                </a:lnTo>
                <a:lnTo>
                  <a:pt x="653182" y="364497"/>
                </a:lnTo>
                <a:lnTo>
                  <a:pt x="642839" y="409287"/>
                </a:lnTo>
                <a:lnTo>
                  <a:pt x="626223" y="451448"/>
                </a:lnTo>
                <a:lnTo>
                  <a:pt x="603840" y="490489"/>
                </a:lnTo>
                <a:lnTo>
                  <a:pt x="576198" y="525918"/>
                </a:lnTo>
                <a:lnTo>
                  <a:pt x="543807" y="557244"/>
                </a:lnTo>
                <a:lnTo>
                  <a:pt x="507173" y="583976"/>
                </a:lnTo>
                <a:lnTo>
                  <a:pt x="466804" y="605623"/>
                </a:lnTo>
                <a:lnTo>
                  <a:pt x="423209" y="621693"/>
                </a:lnTo>
                <a:lnTo>
                  <a:pt x="376895" y="631695"/>
                </a:lnTo>
                <a:lnTo>
                  <a:pt x="328371" y="635138"/>
                </a:lnTo>
                <a:close/>
              </a:path>
            </a:pathLst>
          </a:custGeom>
          <a:solidFill>
            <a:srgbClr val="2B2E6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44973" y="6095127"/>
            <a:ext cx="455295" cy="372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250" spc="-80" dirty="0">
                <a:solidFill>
                  <a:srgbClr val="FFFE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02.</a:t>
            </a: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35">
            <a:extLst>
              <a:ext uri="{FF2B5EF4-FFF2-40B4-BE49-F238E27FC236}">
                <a16:creationId xmlns:a16="http://schemas.microsoft.com/office/drawing/2014/main" id="{70BCF712-3054-5263-89C4-10440C0D4469}"/>
              </a:ext>
            </a:extLst>
          </p:cNvPr>
          <p:cNvSpPr txBox="1"/>
          <p:nvPr/>
        </p:nvSpPr>
        <p:spPr>
          <a:xfrm>
            <a:off x="17116575" y="9681369"/>
            <a:ext cx="28321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lang="en-IN" sz="2000" dirty="0">
                <a:latin typeface="Calibri"/>
                <a:cs typeface="Calibri"/>
              </a:rPr>
              <a:t>12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1D8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5950" y="220027"/>
            <a:ext cx="15773400" cy="103169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10380">
              <a:lnSpc>
                <a:spcPct val="100000"/>
              </a:lnSpc>
              <a:spcBef>
                <a:spcPts val="125"/>
              </a:spcBef>
            </a:pPr>
            <a:r>
              <a:rPr spc="-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1257300" y="1456506"/>
            <a:ext cx="15773400" cy="84706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6760" marR="5080" indent="-742950">
              <a:lnSpc>
                <a:spcPct val="108700"/>
              </a:lnSpc>
              <a:spcBef>
                <a:spcPts val="95"/>
              </a:spcBef>
              <a:buSzPct val="75925"/>
              <a:buFont typeface="+mj-lt"/>
              <a:buAutoNum type="arabicParenR"/>
              <a:tabLst>
                <a:tab pos="27686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Smith, J., &amp; Lee, A. (2018). Predicting Breast Cancer using Machine Learning: A comparative study of SVM, Random Forest, and KNN.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Medical Informatics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6760" marR="5080" indent="-742950">
              <a:lnSpc>
                <a:spcPct val="108700"/>
              </a:lnSpc>
              <a:spcBef>
                <a:spcPts val="95"/>
              </a:spcBef>
              <a:buSzPct val="75925"/>
              <a:buFont typeface="+mj-lt"/>
              <a:buAutoNum type="arabicParenR"/>
              <a:tabLst>
                <a:tab pos="27686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Y., Kumar, R., &amp; Chen, L. (2019). Deep Learning for Breast Cancer Diagnosis using Convolutional Neural Networks.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Medical Imaging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6760" marR="5080" indent="-742950">
              <a:lnSpc>
                <a:spcPct val="108700"/>
              </a:lnSpc>
              <a:spcBef>
                <a:spcPts val="95"/>
              </a:spcBef>
              <a:buSzPct val="75925"/>
              <a:buFont typeface="+mj-lt"/>
              <a:buAutoNum type="arabicParenR"/>
              <a:tabLst>
                <a:tab pos="27686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Selvaraju, R. R., Cogswell, M., &amp; Das, A. (2020). Explainable AI for Medical Imaging: Grad-CAM based interpretability in CNNs.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Biomedical Engineering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6760" marR="5080" indent="-742950">
              <a:lnSpc>
                <a:spcPct val="108700"/>
              </a:lnSpc>
              <a:spcBef>
                <a:spcPts val="95"/>
              </a:spcBef>
              <a:buSzPct val="75925"/>
              <a:buFont typeface="+mj-lt"/>
              <a:buAutoNum type="arabicParenR"/>
              <a:tabLst>
                <a:tab pos="27686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Gupta, P., &amp; Williams, D. (2021). Multimodal Breast Cancer Prediction: Integrating structured and imaging data.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Biomedical Informatics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3120390" cy="3051175"/>
          </a:xfrm>
          <a:custGeom>
            <a:avLst/>
            <a:gdLst/>
            <a:ahLst/>
            <a:cxnLst/>
            <a:rect l="l" t="t" r="r" b="b"/>
            <a:pathLst>
              <a:path w="3120390" h="3051175">
                <a:moveTo>
                  <a:pt x="1335930" y="2974929"/>
                </a:moveTo>
                <a:lnTo>
                  <a:pt x="2668" y="2974929"/>
                </a:lnTo>
                <a:lnTo>
                  <a:pt x="0" y="2974180"/>
                </a:lnTo>
                <a:lnTo>
                  <a:pt x="0" y="0"/>
                </a:lnTo>
                <a:lnTo>
                  <a:pt x="3014057" y="0"/>
                </a:lnTo>
                <a:lnTo>
                  <a:pt x="3014924" y="3129"/>
                </a:lnTo>
                <a:lnTo>
                  <a:pt x="3028158" y="41229"/>
                </a:lnTo>
                <a:lnTo>
                  <a:pt x="3040541" y="92029"/>
                </a:lnTo>
                <a:lnTo>
                  <a:pt x="3052063" y="130129"/>
                </a:lnTo>
                <a:lnTo>
                  <a:pt x="3062717" y="180929"/>
                </a:lnTo>
                <a:lnTo>
                  <a:pt x="3072492" y="219029"/>
                </a:lnTo>
                <a:lnTo>
                  <a:pt x="3081380" y="269829"/>
                </a:lnTo>
                <a:lnTo>
                  <a:pt x="3089371" y="307929"/>
                </a:lnTo>
                <a:lnTo>
                  <a:pt x="3096456" y="358729"/>
                </a:lnTo>
                <a:lnTo>
                  <a:pt x="3102626" y="409529"/>
                </a:lnTo>
                <a:lnTo>
                  <a:pt x="3107872" y="447629"/>
                </a:lnTo>
                <a:lnTo>
                  <a:pt x="3112184" y="498429"/>
                </a:lnTo>
                <a:lnTo>
                  <a:pt x="3115554" y="549229"/>
                </a:lnTo>
                <a:lnTo>
                  <a:pt x="3117973" y="587329"/>
                </a:lnTo>
                <a:lnTo>
                  <a:pt x="3119431" y="638129"/>
                </a:lnTo>
                <a:lnTo>
                  <a:pt x="3119919" y="688929"/>
                </a:lnTo>
                <a:lnTo>
                  <a:pt x="3119431" y="739729"/>
                </a:lnTo>
                <a:lnTo>
                  <a:pt x="3117973" y="777829"/>
                </a:lnTo>
                <a:lnTo>
                  <a:pt x="3115554" y="828629"/>
                </a:lnTo>
                <a:lnTo>
                  <a:pt x="3112184" y="879429"/>
                </a:lnTo>
                <a:lnTo>
                  <a:pt x="3107872" y="930229"/>
                </a:lnTo>
                <a:lnTo>
                  <a:pt x="3102626" y="968329"/>
                </a:lnTo>
                <a:lnTo>
                  <a:pt x="3096456" y="1019129"/>
                </a:lnTo>
                <a:lnTo>
                  <a:pt x="3089371" y="1057229"/>
                </a:lnTo>
                <a:lnTo>
                  <a:pt x="3081380" y="1108029"/>
                </a:lnTo>
                <a:lnTo>
                  <a:pt x="3072492" y="1158829"/>
                </a:lnTo>
                <a:lnTo>
                  <a:pt x="3062717" y="1196929"/>
                </a:lnTo>
                <a:lnTo>
                  <a:pt x="3052063" y="1247729"/>
                </a:lnTo>
                <a:lnTo>
                  <a:pt x="3040541" y="1285829"/>
                </a:lnTo>
                <a:lnTo>
                  <a:pt x="3028158" y="1336629"/>
                </a:lnTo>
                <a:lnTo>
                  <a:pt x="3014924" y="1374729"/>
                </a:lnTo>
                <a:lnTo>
                  <a:pt x="3000849" y="1425529"/>
                </a:lnTo>
                <a:lnTo>
                  <a:pt x="2985940" y="1463629"/>
                </a:lnTo>
                <a:lnTo>
                  <a:pt x="2970209" y="1501729"/>
                </a:lnTo>
                <a:lnTo>
                  <a:pt x="2953663" y="1552529"/>
                </a:lnTo>
                <a:lnTo>
                  <a:pt x="2936312" y="1590629"/>
                </a:lnTo>
                <a:lnTo>
                  <a:pt x="2918165" y="1628729"/>
                </a:lnTo>
                <a:lnTo>
                  <a:pt x="2899231" y="1666829"/>
                </a:lnTo>
                <a:lnTo>
                  <a:pt x="2879519" y="1717629"/>
                </a:lnTo>
                <a:lnTo>
                  <a:pt x="2859039" y="1755729"/>
                </a:lnTo>
                <a:lnTo>
                  <a:pt x="2837799" y="1793829"/>
                </a:lnTo>
                <a:lnTo>
                  <a:pt x="2815809" y="1831929"/>
                </a:lnTo>
                <a:lnTo>
                  <a:pt x="2793078" y="1870029"/>
                </a:lnTo>
                <a:lnTo>
                  <a:pt x="2769615" y="1908129"/>
                </a:lnTo>
                <a:lnTo>
                  <a:pt x="2745429" y="1946229"/>
                </a:lnTo>
                <a:lnTo>
                  <a:pt x="2720529" y="1984329"/>
                </a:lnTo>
                <a:lnTo>
                  <a:pt x="2694925" y="2022429"/>
                </a:lnTo>
                <a:lnTo>
                  <a:pt x="2668626" y="2060529"/>
                </a:lnTo>
                <a:lnTo>
                  <a:pt x="2641640" y="2098629"/>
                </a:lnTo>
                <a:lnTo>
                  <a:pt x="2613977" y="2124029"/>
                </a:lnTo>
                <a:lnTo>
                  <a:pt x="2585646" y="2162129"/>
                </a:lnTo>
                <a:lnTo>
                  <a:pt x="2556657" y="2200229"/>
                </a:lnTo>
                <a:lnTo>
                  <a:pt x="2527018" y="2238329"/>
                </a:lnTo>
                <a:lnTo>
                  <a:pt x="2496739" y="2263729"/>
                </a:lnTo>
                <a:lnTo>
                  <a:pt x="2465828" y="2301829"/>
                </a:lnTo>
                <a:lnTo>
                  <a:pt x="2434295" y="2327229"/>
                </a:lnTo>
                <a:lnTo>
                  <a:pt x="2402149" y="2365329"/>
                </a:lnTo>
                <a:lnTo>
                  <a:pt x="2369399" y="2390729"/>
                </a:lnTo>
                <a:lnTo>
                  <a:pt x="2336055" y="2428829"/>
                </a:lnTo>
                <a:lnTo>
                  <a:pt x="2302125" y="2454229"/>
                </a:lnTo>
                <a:lnTo>
                  <a:pt x="2267618" y="2479629"/>
                </a:lnTo>
                <a:lnTo>
                  <a:pt x="2232544" y="2517729"/>
                </a:lnTo>
                <a:lnTo>
                  <a:pt x="2196913" y="2543129"/>
                </a:lnTo>
                <a:lnTo>
                  <a:pt x="2160732" y="2568529"/>
                </a:lnTo>
                <a:lnTo>
                  <a:pt x="2124011" y="2593929"/>
                </a:lnTo>
                <a:lnTo>
                  <a:pt x="2048987" y="2644729"/>
                </a:lnTo>
                <a:lnTo>
                  <a:pt x="1971914" y="2695529"/>
                </a:lnTo>
                <a:lnTo>
                  <a:pt x="1892865" y="2746329"/>
                </a:lnTo>
                <a:lnTo>
                  <a:pt x="1852622" y="2759029"/>
                </a:lnTo>
                <a:lnTo>
                  <a:pt x="1770745" y="2809829"/>
                </a:lnTo>
                <a:lnTo>
                  <a:pt x="1729130" y="2822529"/>
                </a:lnTo>
                <a:lnTo>
                  <a:pt x="1687076" y="2847929"/>
                </a:lnTo>
                <a:lnTo>
                  <a:pt x="1644591" y="2860629"/>
                </a:lnTo>
                <a:lnTo>
                  <a:pt x="1601686" y="2886029"/>
                </a:lnTo>
                <a:lnTo>
                  <a:pt x="1426040" y="2936829"/>
                </a:lnTo>
                <a:lnTo>
                  <a:pt x="1381168" y="2962229"/>
                </a:lnTo>
                <a:lnTo>
                  <a:pt x="1335930" y="2974929"/>
                </a:lnTo>
                <a:close/>
              </a:path>
              <a:path w="3120390" h="3051175">
                <a:moveTo>
                  <a:pt x="1104571" y="3025729"/>
                </a:moveTo>
                <a:lnTo>
                  <a:pt x="234026" y="3025729"/>
                </a:lnTo>
                <a:lnTo>
                  <a:pt x="48262" y="2974929"/>
                </a:lnTo>
                <a:lnTo>
                  <a:pt x="1290335" y="2974929"/>
                </a:lnTo>
                <a:lnTo>
                  <a:pt x="1104571" y="3025729"/>
                </a:lnTo>
                <a:close/>
              </a:path>
              <a:path w="3120390" h="3051175">
                <a:moveTo>
                  <a:pt x="1009786" y="3038429"/>
                </a:moveTo>
                <a:lnTo>
                  <a:pt x="328811" y="3038429"/>
                </a:lnTo>
                <a:lnTo>
                  <a:pt x="281268" y="3025729"/>
                </a:lnTo>
                <a:lnTo>
                  <a:pt x="1057329" y="3025729"/>
                </a:lnTo>
                <a:lnTo>
                  <a:pt x="1009786" y="3038429"/>
                </a:lnTo>
                <a:close/>
              </a:path>
              <a:path w="3120390" h="3051175">
                <a:moveTo>
                  <a:pt x="913830" y="3051129"/>
                </a:moveTo>
                <a:lnTo>
                  <a:pt x="424767" y="3051129"/>
                </a:lnTo>
                <a:lnTo>
                  <a:pt x="376647" y="3038429"/>
                </a:lnTo>
                <a:lnTo>
                  <a:pt x="961950" y="3038429"/>
                </a:lnTo>
                <a:lnTo>
                  <a:pt x="913830" y="3051129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032476" y="7622619"/>
            <a:ext cx="3255645" cy="2664460"/>
          </a:xfrm>
          <a:custGeom>
            <a:avLst/>
            <a:gdLst/>
            <a:ahLst/>
            <a:cxnLst/>
            <a:rect l="l" t="t" r="r" b="b"/>
            <a:pathLst>
              <a:path w="3255644" h="2664459">
                <a:moveTo>
                  <a:pt x="2572515" y="12700"/>
                </a:moveTo>
                <a:lnTo>
                  <a:pt x="2084341" y="12700"/>
                </a:lnTo>
                <a:lnTo>
                  <a:pt x="2132618" y="0"/>
                </a:lnTo>
                <a:lnTo>
                  <a:pt x="2524239" y="0"/>
                </a:lnTo>
                <a:lnTo>
                  <a:pt x="2572515" y="12700"/>
                </a:lnTo>
                <a:close/>
              </a:path>
              <a:path w="3255644" h="2664459">
                <a:moveTo>
                  <a:pt x="2668187" y="25400"/>
                </a:moveTo>
                <a:lnTo>
                  <a:pt x="1988670" y="25400"/>
                </a:lnTo>
                <a:lnTo>
                  <a:pt x="2036355" y="12700"/>
                </a:lnTo>
                <a:lnTo>
                  <a:pt x="2620501" y="12700"/>
                </a:lnTo>
                <a:lnTo>
                  <a:pt x="2668187" y="25400"/>
                </a:lnTo>
                <a:close/>
              </a:path>
              <a:path w="3255644" h="2664459">
                <a:moveTo>
                  <a:pt x="2809337" y="50800"/>
                </a:moveTo>
                <a:lnTo>
                  <a:pt x="1847520" y="50800"/>
                </a:lnTo>
                <a:lnTo>
                  <a:pt x="1941295" y="25400"/>
                </a:lnTo>
                <a:lnTo>
                  <a:pt x="2715561" y="25400"/>
                </a:lnTo>
                <a:lnTo>
                  <a:pt x="2809337" y="50800"/>
                </a:lnTo>
                <a:close/>
              </a:path>
              <a:path w="3255644" h="2664459">
                <a:moveTo>
                  <a:pt x="3255522" y="2664380"/>
                </a:moveTo>
                <a:lnTo>
                  <a:pt x="39834" y="2664380"/>
                </a:lnTo>
                <a:lnTo>
                  <a:pt x="32036" y="2628900"/>
                </a:lnTo>
                <a:lnTo>
                  <a:pt x="24610" y="2578100"/>
                </a:lnTo>
                <a:lnTo>
                  <a:pt x="18141" y="2527300"/>
                </a:lnTo>
                <a:lnTo>
                  <a:pt x="12640" y="2489200"/>
                </a:lnTo>
                <a:lnTo>
                  <a:pt x="8116" y="2438400"/>
                </a:lnTo>
                <a:lnTo>
                  <a:pt x="4580" y="2387600"/>
                </a:lnTo>
                <a:lnTo>
                  <a:pt x="2042" y="2349500"/>
                </a:lnTo>
                <a:lnTo>
                  <a:pt x="512" y="2298700"/>
                </a:lnTo>
                <a:lnTo>
                  <a:pt x="0" y="2247900"/>
                </a:lnTo>
                <a:lnTo>
                  <a:pt x="512" y="2197100"/>
                </a:lnTo>
                <a:lnTo>
                  <a:pt x="2042" y="2159000"/>
                </a:lnTo>
                <a:lnTo>
                  <a:pt x="4580" y="2108200"/>
                </a:lnTo>
                <a:lnTo>
                  <a:pt x="8116" y="2057400"/>
                </a:lnTo>
                <a:lnTo>
                  <a:pt x="12640" y="2019300"/>
                </a:lnTo>
                <a:lnTo>
                  <a:pt x="18141" y="1968500"/>
                </a:lnTo>
                <a:lnTo>
                  <a:pt x="24610" y="1917700"/>
                </a:lnTo>
                <a:lnTo>
                  <a:pt x="32036" y="1879600"/>
                </a:lnTo>
                <a:lnTo>
                  <a:pt x="40409" y="1828800"/>
                </a:lnTo>
                <a:lnTo>
                  <a:pt x="49720" y="1790700"/>
                </a:lnTo>
                <a:lnTo>
                  <a:pt x="59957" y="1739900"/>
                </a:lnTo>
                <a:lnTo>
                  <a:pt x="71112" y="1701800"/>
                </a:lnTo>
                <a:lnTo>
                  <a:pt x="83173" y="1651000"/>
                </a:lnTo>
                <a:lnTo>
                  <a:pt x="96131" y="1612900"/>
                </a:lnTo>
                <a:lnTo>
                  <a:pt x="109976" y="1562100"/>
                </a:lnTo>
                <a:lnTo>
                  <a:pt x="124697" y="1524000"/>
                </a:lnTo>
                <a:lnTo>
                  <a:pt x="140285" y="1473200"/>
                </a:lnTo>
                <a:lnTo>
                  <a:pt x="156729" y="1435100"/>
                </a:lnTo>
                <a:lnTo>
                  <a:pt x="174020" y="1397000"/>
                </a:lnTo>
                <a:lnTo>
                  <a:pt x="192146" y="1358900"/>
                </a:lnTo>
                <a:lnTo>
                  <a:pt x="211099" y="1308100"/>
                </a:lnTo>
                <a:lnTo>
                  <a:pt x="230867" y="1270000"/>
                </a:lnTo>
                <a:lnTo>
                  <a:pt x="251441" y="1231900"/>
                </a:lnTo>
                <a:lnTo>
                  <a:pt x="272811" y="1193800"/>
                </a:lnTo>
                <a:lnTo>
                  <a:pt x="294967" y="1155700"/>
                </a:lnTo>
                <a:lnTo>
                  <a:pt x="317898" y="1117600"/>
                </a:lnTo>
                <a:lnTo>
                  <a:pt x="341595" y="1079500"/>
                </a:lnTo>
                <a:lnTo>
                  <a:pt x="366047" y="1041400"/>
                </a:lnTo>
                <a:lnTo>
                  <a:pt x="391244" y="1003300"/>
                </a:lnTo>
                <a:lnTo>
                  <a:pt x="417176" y="965200"/>
                </a:lnTo>
                <a:lnTo>
                  <a:pt x="443834" y="927100"/>
                </a:lnTo>
                <a:lnTo>
                  <a:pt x="471206" y="889000"/>
                </a:lnTo>
                <a:lnTo>
                  <a:pt x="499283" y="850900"/>
                </a:lnTo>
                <a:lnTo>
                  <a:pt x="528055" y="825500"/>
                </a:lnTo>
                <a:lnTo>
                  <a:pt x="557511" y="787400"/>
                </a:lnTo>
                <a:lnTo>
                  <a:pt x="587642" y="749300"/>
                </a:lnTo>
                <a:lnTo>
                  <a:pt x="618437" y="723900"/>
                </a:lnTo>
                <a:lnTo>
                  <a:pt x="649887" y="685800"/>
                </a:lnTo>
                <a:lnTo>
                  <a:pt x="681980" y="660400"/>
                </a:lnTo>
                <a:lnTo>
                  <a:pt x="714708" y="622300"/>
                </a:lnTo>
                <a:lnTo>
                  <a:pt x="748060" y="596900"/>
                </a:lnTo>
                <a:lnTo>
                  <a:pt x="782026" y="571500"/>
                </a:lnTo>
                <a:lnTo>
                  <a:pt x="816596" y="533400"/>
                </a:lnTo>
                <a:lnTo>
                  <a:pt x="851759" y="508000"/>
                </a:lnTo>
                <a:lnTo>
                  <a:pt x="887506" y="482600"/>
                </a:lnTo>
                <a:lnTo>
                  <a:pt x="923826" y="457200"/>
                </a:lnTo>
                <a:lnTo>
                  <a:pt x="960710" y="431800"/>
                </a:lnTo>
                <a:lnTo>
                  <a:pt x="1036127" y="381000"/>
                </a:lnTo>
                <a:lnTo>
                  <a:pt x="1113677" y="330200"/>
                </a:lnTo>
                <a:lnTo>
                  <a:pt x="1193278" y="279400"/>
                </a:lnTo>
                <a:lnTo>
                  <a:pt x="1233822" y="266700"/>
                </a:lnTo>
                <a:lnTo>
                  <a:pt x="1316349" y="215900"/>
                </a:lnTo>
                <a:lnTo>
                  <a:pt x="1400725" y="190500"/>
                </a:lnTo>
                <a:lnTo>
                  <a:pt x="1443582" y="165100"/>
                </a:lnTo>
                <a:lnTo>
                  <a:pt x="1530580" y="139700"/>
                </a:lnTo>
                <a:lnTo>
                  <a:pt x="1574703" y="114300"/>
                </a:lnTo>
                <a:lnTo>
                  <a:pt x="1801138" y="50800"/>
                </a:lnTo>
                <a:lnTo>
                  <a:pt x="2855718" y="50800"/>
                </a:lnTo>
                <a:lnTo>
                  <a:pt x="3082154" y="114300"/>
                </a:lnTo>
                <a:lnTo>
                  <a:pt x="3126276" y="139700"/>
                </a:lnTo>
                <a:lnTo>
                  <a:pt x="3213275" y="165100"/>
                </a:lnTo>
                <a:lnTo>
                  <a:pt x="3255522" y="190139"/>
                </a:lnTo>
                <a:lnTo>
                  <a:pt x="3255522" y="2664380"/>
                </a:lnTo>
                <a:close/>
              </a:path>
            </a:pathLst>
          </a:custGeom>
          <a:solidFill>
            <a:srgbClr val="F1E881">
              <a:alpha val="40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35">
            <a:extLst>
              <a:ext uri="{FF2B5EF4-FFF2-40B4-BE49-F238E27FC236}">
                <a16:creationId xmlns:a16="http://schemas.microsoft.com/office/drawing/2014/main" id="{82A497A0-DEF6-C984-FBB6-2798B9EF5A34}"/>
              </a:ext>
            </a:extLst>
          </p:cNvPr>
          <p:cNvSpPr txBox="1"/>
          <p:nvPr/>
        </p:nvSpPr>
        <p:spPr>
          <a:xfrm>
            <a:off x="17116575" y="9681369"/>
            <a:ext cx="28321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lang="en-IN" sz="2000" dirty="0">
                <a:latin typeface="Calibri"/>
                <a:cs typeface="Calibri"/>
              </a:rPr>
              <a:t>13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1D8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1571468"/>
            <a:ext cx="16256635" cy="545591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55650" marR="20320" indent="-742950">
              <a:lnSpc>
                <a:spcPct val="108500"/>
              </a:lnSpc>
              <a:spcBef>
                <a:spcPts val="90"/>
              </a:spcBef>
              <a:buFont typeface="+mj-lt"/>
              <a:buAutoNum type="arabicParenR" startAt="6"/>
              <a:tabLst>
                <a:tab pos="758190" algn="l"/>
                <a:tab pos="2453640" algn="l"/>
                <a:tab pos="4061460" algn="l"/>
                <a:tab pos="6369685" algn="l"/>
                <a:tab pos="8060055" algn="l"/>
                <a:tab pos="9643110" algn="l"/>
                <a:tab pos="10636885" algn="l"/>
                <a:tab pos="13223240" algn="l"/>
                <a:tab pos="14395450" algn="l"/>
              </a:tabLs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Hernández, J., &amp; Torres, M. (2019). Breast Cancer Risk Estimation with Machine Learning: Application of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genetic datasets.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Bioinformatics Advances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55650" marR="20320" indent="-742950">
              <a:lnSpc>
                <a:spcPct val="108500"/>
              </a:lnSpc>
              <a:spcBef>
                <a:spcPts val="90"/>
              </a:spcBef>
              <a:buFont typeface="+mj-lt"/>
              <a:buAutoNum type="arabicParenR" startAt="6"/>
              <a:tabLst>
                <a:tab pos="758190" algn="l"/>
                <a:tab pos="2453640" algn="l"/>
                <a:tab pos="4061460" algn="l"/>
                <a:tab pos="6369685" algn="l"/>
                <a:tab pos="8060055" algn="l"/>
                <a:tab pos="9643110" algn="l"/>
                <a:tab pos="10636885" algn="l"/>
                <a:tab pos="13223240" algn="l"/>
                <a:tab pos="14395450" algn="l"/>
              </a:tabLst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Goodfellow, I., Pouget-Abadie, J., &amp; Mirza, M. (2017). Generative Adversarial Networks in Healthcare: Synthetic medical image generation. </a:t>
            </a:r>
            <a:r>
              <a:rPr lang="en-IN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Information Processing Systems (</a:t>
            </a:r>
            <a:r>
              <a:rPr lang="en-IN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55650" marR="20320" indent="-742950">
              <a:lnSpc>
                <a:spcPct val="108500"/>
              </a:lnSpc>
              <a:spcBef>
                <a:spcPts val="90"/>
              </a:spcBef>
              <a:buFont typeface="+mj-lt"/>
              <a:buAutoNum type="arabicParenR" startAt="6"/>
              <a:tabLst>
                <a:tab pos="758190" algn="l"/>
                <a:tab pos="2453640" algn="l"/>
                <a:tab pos="4061460" algn="l"/>
                <a:tab pos="6369685" algn="l"/>
                <a:tab pos="8060055" algn="l"/>
                <a:tab pos="9643110" algn="l"/>
                <a:tab pos="10636885" algn="l"/>
                <a:tab pos="13223240" algn="l"/>
                <a:tab pos="14395450" algn="l"/>
              </a:tabLs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Patel, S., &amp; Kaur, N. (2020). Data-Driven Risk Visualization for Cancer: Infographic-based approaches.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Informatics Journal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55650" marR="20320" indent="-742950">
              <a:lnSpc>
                <a:spcPct val="108500"/>
              </a:lnSpc>
              <a:spcBef>
                <a:spcPts val="90"/>
              </a:spcBef>
              <a:buFont typeface="+mj-lt"/>
              <a:buAutoNum type="arabicParenR" startAt="6"/>
              <a:tabLst>
                <a:tab pos="758190" algn="l"/>
                <a:tab pos="2453640" algn="l"/>
                <a:tab pos="4061460" algn="l"/>
                <a:tab pos="6369685" algn="l"/>
                <a:tab pos="8060055" algn="l"/>
                <a:tab pos="9643110" algn="l"/>
                <a:tab pos="10636885" algn="l"/>
                <a:tab pos="13223240" algn="l"/>
                <a:tab pos="14395450" algn="l"/>
              </a:tabLs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Brown, T., &amp; Johnson, E. (2021). AI-Driven Breast Cancer Risk Classification using Ensemble Methods and SHAP.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in Biology and Medicine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5">
            <a:extLst>
              <a:ext uri="{FF2B5EF4-FFF2-40B4-BE49-F238E27FC236}">
                <a16:creationId xmlns:a16="http://schemas.microsoft.com/office/drawing/2014/main" id="{0FF1E9A7-A0AE-7C03-233C-719E9D612072}"/>
              </a:ext>
            </a:extLst>
          </p:cNvPr>
          <p:cNvSpPr txBox="1"/>
          <p:nvPr/>
        </p:nvSpPr>
        <p:spPr>
          <a:xfrm>
            <a:off x="17116575" y="9681369"/>
            <a:ext cx="28321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lang="en-IN" sz="2000" dirty="0">
                <a:latin typeface="Calibri"/>
                <a:cs typeface="Calibri"/>
              </a:rPr>
              <a:t>14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ED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333730" cy="9512300"/>
          </a:xfrm>
          <a:custGeom>
            <a:avLst/>
            <a:gdLst/>
            <a:ahLst/>
            <a:cxnLst/>
            <a:rect l="l" t="t" r="r" b="b"/>
            <a:pathLst>
              <a:path w="13333730" h="9512300">
                <a:moveTo>
                  <a:pt x="11149486" y="7353300"/>
                </a:moveTo>
                <a:lnTo>
                  <a:pt x="35670" y="7353300"/>
                </a:lnTo>
                <a:lnTo>
                  <a:pt x="0" y="7239000"/>
                </a:lnTo>
                <a:lnTo>
                  <a:pt x="0" y="0"/>
                </a:lnTo>
                <a:lnTo>
                  <a:pt x="13030377" y="0"/>
                </a:lnTo>
                <a:lnTo>
                  <a:pt x="13045861" y="114300"/>
                </a:lnTo>
                <a:lnTo>
                  <a:pt x="13078001" y="114300"/>
                </a:lnTo>
                <a:lnTo>
                  <a:pt x="13093388" y="241300"/>
                </a:lnTo>
                <a:lnTo>
                  <a:pt x="13108316" y="241300"/>
                </a:lnTo>
                <a:lnTo>
                  <a:pt x="13122785" y="368300"/>
                </a:lnTo>
                <a:lnTo>
                  <a:pt x="13136791" y="368300"/>
                </a:lnTo>
                <a:lnTo>
                  <a:pt x="13150334" y="495300"/>
                </a:lnTo>
                <a:lnTo>
                  <a:pt x="13163410" y="495300"/>
                </a:lnTo>
                <a:lnTo>
                  <a:pt x="13176018" y="622300"/>
                </a:lnTo>
                <a:lnTo>
                  <a:pt x="13188156" y="622300"/>
                </a:lnTo>
                <a:lnTo>
                  <a:pt x="13199823" y="749300"/>
                </a:lnTo>
                <a:lnTo>
                  <a:pt x="13211015" y="749300"/>
                </a:lnTo>
                <a:lnTo>
                  <a:pt x="13221731" y="876300"/>
                </a:lnTo>
                <a:lnTo>
                  <a:pt x="13241727" y="876300"/>
                </a:lnTo>
                <a:lnTo>
                  <a:pt x="13251003" y="1003300"/>
                </a:lnTo>
                <a:lnTo>
                  <a:pt x="13259795" y="1003300"/>
                </a:lnTo>
                <a:lnTo>
                  <a:pt x="13268102" y="1130300"/>
                </a:lnTo>
                <a:lnTo>
                  <a:pt x="13275920" y="1130300"/>
                </a:lnTo>
                <a:lnTo>
                  <a:pt x="13283248" y="1257300"/>
                </a:lnTo>
                <a:lnTo>
                  <a:pt x="13290084" y="1257300"/>
                </a:lnTo>
                <a:lnTo>
                  <a:pt x="13296427" y="1384300"/>
                </a:lnTo>
                <a:lnTo>
                  <a:pt x="13302273" y="1384300"/>
                </a:lnTo>
                <a:lnTo>
                  <a:pt x="13307621" y="1511300"/>
                </a:lnTo>
                <a:lnTo>
                  <a:pt x="13312470" y="1511300"/>
                </a:lnTo>
                <a:lnTo>
                  <a:pt x="13316817" y="1638300"/>
                </a:lnTo>
                <a:lnTo>
                  <a:pt x="13320659" y="1638300"/>
                </a:lnTo>
                <a:lnTo>
                  <a:pt x="13323996" y="1765300"/>
                </a:lnTo>
                <a:lnTo>
                  <a:pt x="13326825" y="1765300"/>
                </a:lnTo>
                <a:lnTo>
                  <a:pt x="13329144" y="1892300"/>
                </a:lnTo>
                <a:lnTo>
                  <a:pt x="13330951" y="1892300"/>
                </a:lnTo>
                <a:lnTo>
                  <a:pt x="13332245" y="2019300"/>
                </a:lnTo>
                <a:lnTo>
                  <a:pt x="13333022" y="2019300"/>
                </a:lnTo>
                <a:lnTo>
                  <a:pt x="13333282" y="2146300"/>
                </a:lnTo>
                <a:lnTo>
                  <a:pt x="13333022" y="2146300"/>
                </a:lnTo>
                <a:lnTo>
                  <a:pt x="13332245" y="2273300"/>
                </a:lnTo>
                <a:lnTo>
                  <a:pt x="13330951" y="2273300"/>
                </a:lnTo>
                <a:lnTo>
                  <a:pt x="13329144" y="2400300"/>
                </a:lnTo>
                <a:lnTo>
                  <a:pt x="13323996" y="2400300"/>
                </a:lnTo>
                <a:lnTo>
                  <a:pt x="13320659" y="2527300"/>
                </a:lnTo>
                <a:lnTo>
                  <a:pt x="13316817" y="2527300"/>
                </a:lnTo>
                <a:lnTo>
                  <a:pt x="13312470" y="2654300"/>
                </a:lnTo>
                <a:lnTo>
                  <a:pt x="13307621" y="2654300"/>
                </a:lnTo>
                <a:lnTo>
                  <a:pt x="13302273" y="2781300"/>
                </a:lnTo>
                <a:lnTo>
                  <a:pt x="13296427" y="2781300"/>
                </a:lnTo>
                <a:lnTo>
                  <a:pt x="13290084" y="2908300"/>
                </a:lnTo>
                <a:lnTo>
                  <a:pt x="13283248" y="2908300"/>
                </a:lnTo>
                <a:lnTo>
                  <a:pt x="13275920" y="3035300"/>
                </a:lnTo>
                <a:lnTo>
                  <a:pt x="13268102" y="3035300"/>
                </a:lnTo>
                <a:lnTo>
                  <a:pt x="13259795" y="3162300"/>
                </a:lnTo>
                <a:lnTo>
                  <a:pt x="13251003" y="3162300"/>
                </a:lnTo>
                <a:lnTo>
                  <a:pt x="13241727" y="3289300"/>
                </a:lnTo>
                <a:lnTo>
                  <a:pt x="13231969" y="3289300"/>
                </a:lnTo>
                <a:lnTo>
                  <a:pt x="13221731" y="3416300"/>
                </a:lnTo>
                <a:lnTo>
                  <a:pt x="13211015" y="3416300"/>
                </a:lnTo>
                <a:lnTo>
                  <a:pt x="13199823" y="3543300"/>
                </a:lnTo>
                <a:lnTo>
                  <a:pt x="13176018" y="3543300"/>
                </a:lnTo>
                <a:lnTo>
                  <a:pt x="13163410" y="3670300"/>
                </a:lnTo>
                <a:lnTo>
                  <a:pt x="13150334" y="3670300"/>
                </a:lnTo>
                <a:lnTo>
                  <a:pt x="13136791" y="3797300"/>
                </a:lnTo>
                <a:lnTo>
                  <a:pt x="13122785" y="3797300"/>
                </a:lnTo>
                <a:lnTo>
                  <a:pt x="13108316" y="3924300"/>
                </a:lnTo>
                <a:lnTo>
                  <a:pt x="13093388" y="3924300"/>
                </a:lnTo>
                <a:lnTo>
                  <a:pt x="13078001" y="4051300"/>
                </a:lnTo>
                <a:lnTo>
                  <a:pt x="13062158" y="4051300"/>
                </a:lnTo>
                <a:lnTo>
                  <a:pt x="13045861" y="4178300"/>
                </a:lnTo>
                <a:lnTo>
                  <a:pt x="13011913" y="4178300"/>
                </a:lnTo>
                <a:lnTo>
                  <a:pt x="12994266" y="4305300"/>
                </a:lnTo>
                <a:lnTo>
                  <a:pt x="12976173" y="4305300"/>
                </a:lnTo>
                <a:lnTo>
                  <a:pt x="12957635" y="4432300"/>
                </a:lnTo>
                <a:lnTo>
                  <a:pt x="12938655" y="4432300"/>
                </a:lnTo>
                <a:lnTo>
                  <a:pt x="12919236" y="4559300"/>
                </a:lnTo>
                <a:lnTo>
                  <a:pt x="12879084" y="4559300"/>
                </a:lnTo>
                <a:lnTo>
                  <a:pt x="12858355" y="4686300"/>
                </a:lnTo>
                <a:lnTo>
                  <a:pt x="12837195" y="4686300"/>
                </a:lnTo>
                <a:lnTo>
                  <a:pt x="12815604" y="4813300"/>
                </a:lnTo>
                <a:lnTo>
                  <a:pt x="12793585" y="4813300"/>
                </a:lnTo>
                <a:lnTo>
                  <a:pt x="12771140" y="4940300"/>
                </a:lnTo>
                <a:lnTo>
                  <a:pt x="12724979" y="4940300"/>
                </a:lnTo>
                <a:lnTo>
                  <a:pt x="12701267" y="5067300"/>
                </a:lnTo>
                <a:lnTo>
                  <a:pt x="12677137" y="5067300"/>
                </a:lnTo>
                <a:lnTo>
                  <a:pt x="12652591" y="5194300"/>
                </a:lnTo>
                <a:lnTo>
                  <a:pt x="12627630" y="5194300"/>
                </a:lnTo>
                <a:lnTo>
                  <a:pt x="12602257" y="5321300"/>
                </a:lnTo>
                <a:lnTo>
                  <a:pt x="12550283" y="5321300"/>
                </a:lnTo>
                <a:lnTo>
                  <a:pt x="12523685" y="5448300"/>
                </a:lnTo>
                <a:lnTo>
                  <a:pt x="12496683" y="5448300"/>
                </a:lnTo>
                <a:lnTo>
                  <a:pt x="12469278" y="5575300"/>
                </a:lnTo>
                <a:lnTo>
                  <a:pt x="12413271" y="5575300"/>
                </a:lnTo>
                <a:lnTo>
                  <a:pt x="12384672" y="5702300"/>
                </a:lnTo>
                <a:lnTo>
                  <a:pt x="12355678" y="5702300"/>
                </a:lnTo>
                <a:lnTo>
                  <a:pt x="12326292" y="5829300"/>
                </a:lnTo>
                <a:lnTo>
                  <a:pt x="12266351" y="5829300"/>
                </a:lnTo>
                <a:lnTo>
                  <a:pt x="12235800" y="5956300"/>
                </a:lnTo>
                <a:lnTo>
                  <a:pt x="12204864" y="5956300"/>
                </a:lnTo>
                <a:lnTo>
                  <a:pt x="12173546" y="6083300"/>
                </a:lnTo>
                <a:lnTo>
                  <a:pt x="12109772" y="6083300"/>
                </a:lnTo>
                <a:lnTo>
                  <a:pt x="12077318" y="6210300"/>
                </a:lnTo>
                <a:lnTo>
                  <a:pt x="12044491" y="6210300"/>
                </a:lnTo>
                <a:lnTo>
                  <a:pt x="12011291" y="6337300"/>
                </a:lnTo>
                <a:lnTo>
                  <a:pt x="11943782" y="6337300"/>
                </a:lnTo>
                <a:lnTo>
                  <a:pt x="11909477" y="6464300"/>
                </a:lnTo>
                <a:lnTo>
                  <a:pt x="11839775" y="6464300"/>
                </a:lnTo>
                <a:lnTo>
                  <a:pt x="11804382" y="6591300"/>
                </a:lnTo>
                <a:lnTo>
                  <a:pt x="11732524" y="6591300"/>
                </a:lnTo>
                <a:lnTo>
                  <a:pt x="11696062" y="6718300"/>
                </a:lnTo>
                <a:lnTo>
                  <a:pt x="11659247" y="6718300"/>
                </a:lnTo>
                <a:lnTo>
                  <a:pt x="11622082" y="6845300"/>
                </a:lnTo>
                <a:lnTo>
                  <a:pt x="11546708" y="6845300"/>
                </a:lnTo>
                <a:lnTo>
                  <a:pt x="11508503" y="6972300"/>
                </a:lnTo>
                <a:lnTo>
                  <a:pt x="11431068" y="6972300"/>
                </a:lnTo>
                <a:lnTo>
                  <a:pt x="11391842" y="7099300"/>
                </a:lnTo>
                <a:lnTo>
                  <a:pt x="11312382" y="7099300"/>
                </a:lnTo>
                <a:lnTo>
                  <a:pt x="11272151" y="7226300"/>
                </a:lnTo>
                <a:lnTo>
                  <a:pt x="11190702" y="7226300"/>
                </a:lnTo>
                <a:lnTo>
                  <a:pt x="11149486" y="7353300"/>
                </a:lnTo>
                <a:close/>
              </a:path>
              <a:path w="13333730" h="9512300">
                <a:moveTo>
                  <a:pt x="11023898" y="7480300"/>
                </a:moveTo>
                <a:lnTo>
                  <a:pt x="161257" y="7480300"/>
                </a:lnTo>
                <a:lnTo>
                  <a:pt x="119073" y="7353300"/>
                </a:lnTo>
                <a:lnTo>
                  <a:pt x="11066082" y="7353300"/>
                </a:lnTo>
                <a:lnTo>
                  <a:pt x="11023898" y="7480300"/>
                </a:lnTo>
                <a:close/>
              </a:path>
              <a:path w="13333730" h="9512300">
                <a:moveTo>
                  <a:pt x="10851997" y="7607300"/>
                </a:moveTo>
                <a:lnTo>
                  <a:pt x="333158" y="7607300"/>
                </a:lnTo>
                <a:lnTo>
                  <a:pt x="289712" y="7480300"/>
                </a:lnTo>
                <a:lnTo>
                  <a:pt x="10895443" y="7480300"/>
                </a:lnTo>
                <a:lnTo>
                  <a:pt x="10851997" y="7607300"/>
                </a:lnTo>
                <a:close/>
              </a:path>
              <a:path w="13333730" h="9512300">
                <a:moveTo>
                  <a:pt x="10719802" y="7734300"/>
                </a:moveTo>
                <a:lnTo>
                  <a:pt x="465354" y="7734300"/>
                </a:lnTo>
                <a:lnTo>
                  <a:pt x="420981" y="7607300"/>
                </a:lnTo>
                <a:lnTo>
                  <a:pt x="10764174" y="7607300"/>
                </a:lnTo>
                <a:lnTo>
                  <a:pt x="10719802" y="7734300"/>
                </a:lnTo>
                <a:close/>
              </a:path>
              <a:path w="13333730" h="9512300">
                <a:moveTo>
                  <a:pt x="10584865" y="7861300"/>
                </a:moveTo>
                <a:lnTo>
                  <a:pt x="600291" y="7861300"/>
                </a:lnTo>
                <a:lnTo>
                  <a:pt x="555010" y="7734300"/>
                </a:lnTo>
                <a:lnTo>
                  <a:pt x="10630145" y="7734300"/>
                </a:lnTo>
                <a:lnTo>
                  <a:pt x="10584865" y="7861300"/>
                </a:lnTo>
                <a:close/>
              </a:path>
              <a:path w="13333730" h="9512300">
                <a:moveTo>
                  <a:pt x="10400775" y="7988300"/>
                </a:moveTo>
                <a:lnTo>
                  <a:pt x="784380" y="7988300"/>
                </a:lnTo>
                <a:lnTo>
                  <a:pt x="737917" y="7861300"/>
                </a:lnTo>
                <a:lnTo>
                  <a:pt x="10447239" y="7861300"/>
                </a:lnTo>
                <a:lnTo>
                  <a:pt x="10400775" y="7988300"/>
                </a:lnTo>
                <a:close/>
              </a:path>
              <a:path w="13333730" h="9512300">
                <a:moveTo>
                  <a:pt x="10259649" y="8115300"/>
                </a:moveTo>
                <a:lnTo>
                  <a:pt x="925507" y="8115300"/>
                </a:lnTo>
                <a:lnTo>
                  <a:pt x="878177" y="7988300"/>
                </a:lnTo>
                <a:lnTo>
                  <a:pt x="10306978" y="7988300"/>
                </a:lnTo>
                <a:lnTo>
                  <a:pt x="10259649" y="8115300"/>
                </a:lnTo>
                <a:close/>
              </a:path>
              <a:path w="13333730" h="9512300">
                <a:moveTo>
                  <a:pt x="10067502" y="8242300"/>
                </a:moveTo>
                <a:lnTo>
                  <a:pt x="1117653" y="8242300"/>
                </a:lnTo>
                <a:lnTo>
                  <a:pt x="1069196" y="8115300"/>
                </a:lnTo>
                <a:lnTo>
                  <a:pt x="10115959" y="8115300"/>
                </a:lnTo>
                <a:lnTo>
                  <a:pt x="10067502" y="8242300"/>
                </a:lnTo>
                <a:close/>
              </a:path>
              <a:path w="13333730" h="9512300">
                <a:moveTo>
                  <a:pt x="9870927" y="8369300"/>
                </a:moveTo>
                <a:lnTo>
                  <a:pt x="1314228" y="8369300"/>
                </a:lnTo>
                <a:lnTo>
                  <a:pt x="1264676" y="8242300"/>
                </a:lnTo>
                <a:lnTo>
                  <a:pt x="9920479" y="8242300"/>
                </a:lnTo>
                <a:lnTo>
                  <a:pt x="9870927" y="8369300"/>
                </a:lnTo>
                <a:close/>
              </a:path>
              <a:path w="13333730" h="9512300">
                <a:moveTo>
                  <a:pt x="9670050" y="8496300"/>
                </a:moveTo>
                <a:lnTo>
                  <a:pt x="1515105" y="8496300"/>
                </a:lnTo>
                <a:lnTo>
                  <a:pt x="1464490" y="8369300"/>
                </a:lnTo>
                <a:lnTo>
                  <a:pt x="9720666" y="8369300"/>
                </a:lnTo>
                <a:lnTo>
                  <a:pt x="9670050" y="8496300"/>
                </a:lnTo>
                <a:close/>
              </a:path>
              <a:path w="13333730" h="9512300">
                <a:moveTo>
                  <a:pt x="9465000" y="8623300"/>
                </a:moveTo>
                <a:lnTo>
                  <a:pt x="1720156" y="8623300"/>
                </a:lnTo>
                <a:lnTo>
                  <a:pt x="1668509" y="8496300"/>
                </a:lnTo>
                <a:lnTo>
                  <a:pt x="9516647" y="8496300"/>
                </a:lnTo>
                <a:lnTo>
                  <a:pt x="9465000" y="8623300"/>
                </a:lnTo>
                <a:close/>
              </a:path>
              <a:path w="13333730" h="9512300">
                <a:moveTo>
                  <a:pt x="9203011" y="8750300"/>
                </a:moveTo>
                <a:lnTo>
                  <a:pt x="1982144" y="8750300"/>
                </a:lnTo>
                <a:lnTo>
                  <a:pt x="1929252" y="8623300"/>
                </a:lnTo>
                <a:lnTo>
                  <a:pt x="9255903" y="8623300"/>
                </a:lnTo>
                <a:lnTo>
                  <a:pt x="9203011" y="8750300"/>
                </a:lnTo>
                <a:close/>
              </a:path>
              <a:path w="13333730" h="9512300">
                <a:moveTo>
                  <a:pt x="8989036" y="8877300"/>
                </a:moveTo>
                <a:lnTo>
                  <a:pt x="2196119" y="8877300"/>
                </a:lnTo>
                <a:lnTo>
                  <a:pt x="2142268" y="8750300"/>
                </a:lnTo>
                <a:lnTo>
                  <a:pt x="9042887" y="8750300"/>
                </a:lnTo>
                <a:lnTo>
                  <a:pt x="8989036" y="8877300"/>
                </a:lnTo>
                <a:close/>
              </a:path>
              <a:path w="13333730" h="9512300">
                <a:moveTo>
                  <a:pt x="8716295" y="9004300"/>
                </a:moveTo>
                <a:lnTo>
                  <a:pt x="2468861" y="9004300"/>
                </a:lnTo>
                <a:lnTo>
                  <a:pt x="2413854" y="8877300"/>
                </a:lnTo>
                <a:lnTo>
                  <a:pt x="8771301" y="8877300"/>
                </a:lnTo>
                <a:lnTo>
                  <a:pt x="8716295" y="9004300"/>
                </a:lnTo>
                <a:close/>
              </a:path>
              <a:path w="13333730" h="9512300">
                <a:moveTo>
                  <a:pt x="8381602" y="9131300"/>
                </a:moveTo>
                <a:lnTo>
                  <a:pt x="2803554" y="9131300"/>
                </a:lnTo>
                <a:lnTo>
                  <a:pt x="2747227" y="9004300"/>
                </a:lnTo>
                <a:lnTo>
                  <a:pt x="8437928" y="9004300"/>
                </a:lnTo>
                <a:lnTo>
                  <a:pt x="8381602" y="9131300"/>
                </a:lnTo>
                <a:close/>
              </a:path>
              <a:path w="13333730" h="9512300">
                <a:moveTo>
                  <a:pt x="7981463" y="9258300"/>
                </a:moveTo>
                <a:lnTo>
                  <a:pt x="3203692" y="9258300"/>
                </a:lnTo>
                <a:lnTo>
                  <a:pt x="3145916" y="9131300"/>
                </a:lnTo>
                <a:lnTo>
                  <a:pt x="8039239" y="9131300"/>
                </a:lnTo>
                <a:lnTo>
                  <a:pt x="7981463" y="9258300"/>
                </a:lnTo>
                <a:close/>
              </a:path>
              <a:path w="13333730" h="9512300">
                <a:moveTo>
                  <a:pt x="7571568" y="9385300"/>
                </a:moveTo>
                <a:lnTo>
                  <a:pt x="3613587" y="9385300"/>
                </a:lnTo>
                <a:lnTo>
                  <a:pt x="3554460" y="9258300"/>
                </a:lnTo>
                <a:lnTo>
                  <a:pt x="7630696" y="9258300"/>
                </a:lnTo>
                <a:lnTo>
                  <a:pt x="7571568" y="9385300"/>
                </a:lnTo>
                <a:close/>
              </a:path>
              <a:path w="13333730" h="9512300">
                <a:moveTo>
                  <a:pt x="6970433" y="9512300"/>
                </a:moveTo>
                <a:lnTo>
                  <a:pt x="4214722" y="9512300"/>
                </a:lnTo>
                <a:lnTo>
                  <a:pt x="4153832" y="9385300"/>
                </a:lnTo>
                <a:lnTo>
                  <a:pt x="7031323" y="9385300"/>
                </a:lnTo>
                <a:lnTo>
                  <a:pt x="6970433" y="951230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14120" y="3862809"/>
            <a:ext cx="1774189" cy="3431540"/>
          </a:xfrm>
          <a:custGeom>
            <a:avLst/>
            <a:gdLst/>
            <a:ahLst/>
            <a:cxnLst/>
            <a:rect l="l" t="t" r="r" b="b"/>
            <a:pathLst>
              <a:path w="1774190" h="3431540">
                <a:moveTo>
                  <a:pt x="1773877" y="3430939"/>
                </a:moveTo>
                <a:lnTo>
                  <a:pt x="1725052" y="3430301"/>
                </a:lnTo>
                <a:lnTo>
                  <a:pt x="1676553" y="3428400"/>
                </a:lnTo>
                <a:lnTo>
                  <a:pt x="1628396" y="3425252"/>
                </a:lnTo>
                <a:lnTo>
                  <a:pt x="1580600" y="3420872"/>
                </a:lnTo>
                <a:lnTo>
                  <a:pt x="1533180" y="3415278"/>
                </a:lnTo>
                <a:lnTo>
                  <a:pt x="1486155" y="3408486"/>
                </a:lnTo>
                <a:lnTo>
                  <a:pt x="1439539" y="3400512"/>
                </a:lnTo>
                <a:lnTo>
                  <a:pt x="1393351" y="3391372"/>
                </a:lnTo>
                <a:lnTo>
                  <a:pt x="1347608" y="3381082"/>
                </a:lnTo>
                <a:lnTo>
                  <a:pt x="1302326" y="3369660"/>
                </a:lnTo>
                <a:lnTo>
                  <a:pt x="1257522" y="3357122"/>
                </a:lnTo>
                <a:lnTo>
                  <a:pt x="1213213" y="3343483"/>
                </a:lnTo>
                <a:lnTo>
                  <a:pt x="1169417" y="3328760"/>
                </a:lnTo>
                <a:lnTo>
                  <a:pt x="1126149" y="3312970"/>
                </a:lnTo>
                <a:lnTo>
                  <a:pt x="1083427" y="3296128"/>
                </a:lnTo>
                <a:lnTo>
                  <a:pt x="1041268" y="3278252"/>
                </a:lnTo>
                <a:lnTo>
                  <a:pt x="999688" y="3259358"/>
                </a:lnTo>
                <a:lnTo>
                  <a:pt x="958705" y="3239461"/>
                </a:lnTo>
                <a:lnTo>
                  <a:pt x="918336" y="3218579"/>
                </a:lnTo>
                <a:lnTo>
                  <a:pt x="878597" y="3196727"/>
                </a:lnTo>
                <a:lnTo>
                  <a:pt x="839505" y="3173922"/>
                </a:lnTo>
                <a:lnTo>
                  <a:pt x="801078" y="3150180"/>
                </a:lnTo>
                <a:lnTo>
                  <a:pt x="763331" y="3125518"/>
                </a:lnTo>
                <a:lnTo>
                  <a:pt x="726283" y="3099952"/>
                </a:lnTo>
                <a:lnTo>
                  <a:pt x="689949" y="3073499"/>
                </a:lnTo>
                <a:lnTo>
                  <a:pt x="654348" y="3046174"/>
                </a:lnTo>
                <a:lnTo>
                  <a:pt x="619495" y="3017994"/>
                </a:lnTo>
                <a:lnTo>
                  <a:pt x="585408" y="2988976"/>
                </a:lnTo>
                <a:lnTo>
                  <a:pt x="552103" y="2959136"/>
                </a:lnTo>
                <a:lnTo>
                  <a:pt x="519598" y="2928489"/>
                </a:lnTo>
                <a:lnTo>
                  <a:pt x="487909" y="2897053"/>
                </a:lnTo>
                <a:lnTo>
                  <a:pt x="457054" y="2864844"/>
                </a:lnTo>
                <a:lnTo>
                  <a:pt x="427048" y="2831878"/>
                </a:lnTo>
                <a:lnTo>
                  <a:pt x="397910" y="2798172"/>
                </a:lnTo>
                <a:lnTo>
                  <a:pt x="369656" y="2763741"/>
                </a:lnTo>
                <a:lnTo>
                  <a:pt x="342302" y="2728603"/>
                </a:lnTo>
                <a:lnTo>
                  <a:pt x="315867" y="2692773"/>
                </a:lnTo>
                <a:lnTo>
                  <a:pt x="290366" y="2656269"/>
                </a:lnTo>
                <a:lnTo>
                  <a:pt x="265817" y="2619105"/>
                </a:lnTo>
                <a:lnTo>
                  <a:pt x="242237" y="2581299"/>
                </a:lnTo>
                <a:lnTo>
                  <a:pt x="219641" y="2542868"/>
                </a:lnTo>
                <a:lnTo>
                  <a:pt x="198049" y="2503826"/>
                </a:lnTo>
                <a:lnTo>
                  <a:pt x="177475" y="2464191"/>
                </a:lnTo>
                <a:lnTo>
                  <a:pt x="157938" y="2423980"/>
                </a:lnTo>
                <a:lnTo>
                  <a:pt x="139454" y="2383207"/>
                </a:lnTo>
                <a:lnTo>
                  <a:pt x="122040" y="2341891"/>
                </a:lnTo>
                <a:lnTo>
                  <a:pt x="105712" y="2300046"/>
                </a:lnTo>
                <a:lnTo>
                  <a:pt x="90489" y="2257690"/>
                </a:lnTo>
                <a:lnTo>
                  <a:pt x="76386" y="2214839"/>
                </a:lnTo>
                <a:lnTo>
                  <a:pt x="63421" y="2171509"/>
                </a:lnTo>
                <a:lnTo>
                  <a:pt x="51610" y="2127716"/>
                </a:lnTo>
                <a:lnTo>
                  <a:pt x="40971" y="2083478"/>
                </a:lnTo>
                <a:lnTo>
                  <a:pt x="31520" y="2038809"/>
                </a:lnTo>
                <a:lnTo>
                  <a:pt x="23275" y="1993727"/>
                </a:lnTo>
                <a:lnTo>
                  <a:pt x="16251" y="1948248"/>
                </a:lnTo>
                <a:lnTo>
                  <a:pt x="10467" y="1902388"/>
                </a:lnTo>
                <a:lnTo>
                  <a:pt x="5938" y="1856164"/>
                </a:lnTo>
                <a:lnTo>
                  <a:pt x="2683" y="1809592"/>
                </a:lnTo>
                <a:lnTo>
                  <a:pt x="717" y="1762688"/>
                </a:lnTo>
                <a:lnTo>
                  <a:pt x="0" y="1715469"/>
                </a:lnTo>
                <a:lnTo>
                  <a:pt x="717" y="1668250"/>
                </a:lnTo>
                <a:lnTo>
                  <a:pt x="2683" y="1621346"/>
                </a:lnTo>
                <a:lnTo>
                  <a:pt x="5938" y="1574774"/>
                </a:lnTo>
                <a:lnTo>
                  <a:pt x="10467" y="1528550"/>
                </a:lnTo>
                <a:lnTo>
                  <a:pt x="16251" y="1482690"/>
                </a:lnTo>
                <a:lnTo>
                  <a:pt x="23275" y="1437211"/>
                </a:lnTo>
                <a:lnTo>
                  <a:pt x="31520" y="1392129"/>
                </a:lnTo>
                <a:lnTo>
                  <a:pt x="40971" y="1347461"/>
                </a:lnTo>
                <a:lnTo>
                  <a:pt x="51610" y="1303222"/>
                </a:lnTo>
                <a:lnTo>
                  <a:pt x="63421" y="1259429"/>
                </a:lnTo>
                <a:lnTo>
                  <a:pt x="76386" y="1216099"/>
                </a:lnTo>
                <a:lnTo>
                  <a:pt x="90489" y="1173248"/>
                </a:lnTo>
                <a:lnTo>
                  <a:pt x="105712" y="1130892"/>
                </a:lnTo>
                <a:lnTo>
                  <a:pt x="122040" y="1089047"/>
                </a:lnTo>
                <a:lnTo>
                  <a:pt x="139454" y="1047731"/>
                </a:lnTo>
                <a:lnTo>
                  <a:pt x="157938" y="1006959"/>
                </a:lnTo>
                <a:lnTo>
                  <a:pt x="177475" y="966747"/>
                </a:lnTo>
                <a:lnTo>
                  <a:pt x="198049" y="927112"/>
                </a:lnTo>
                <a:lnTo>
                  <a:pt x="219641" y="888071"/>
                </a:lnTo>
                <a:lnTo>
                  <a:pt x="242237" y="849639"/>
                </a:lnTo>
                <a:lnTo>
                  <a:pt x="265817" y="811833"/>
                </a:lnTo>
                <a:lnTo>
                  <a:pt x="290366" y="774669"/>
                </a:lnTo>
                <a:lnTo>
                  <a:pt x="315867" y="738165"/>
                </a:lnTo>
                <a:lnTo>
                  <a:pt x="342302" y="702335"/>
                </a:lnTo>
                <a:lnTo>
                  <a:pt x="369656" y="667197"/>
                </a:lnTo>
                <a:lnTo>
                  <a:pt x="397910" y="632766"/>
                </a:lnTo>
                <a:lnTo>
                  <a:pt x="427048" y="599060"/>
                </a:lnTo>
                <a:lnTo>
                  <a:pt x="457054" y="566094"/>
                </a:lnTo>
                <a:lnTo>
                  <a:pt x="487909" y="533885"/>
                </a:lnTo>
                <a:lnTo>
                  <a:pt x="519598" y="502449"/>
                </a:lnTo>
                <a:lnTo>
                  <a:pt x="552103" y="471802"/>
                </a:lnTo>
                <a:lnTo>
                  <a:pt x="585408" y="441962"/>
                </a:lnTo>
                <a:lnTo>
                  <a:pt x="619495" y="412944"/>
                </a:lnTo>
                <a:lnTo>
                  <a:pt x="654348" y="384764"/>
                </a:lnTo>
                <a:lnTo>
                  <a:pt x="689949" y="357439"/>
                </a:lnTo>
                <a:lnTo>
                  <a:pt x="726283" y="330986"/>
                </a:lnTo>
                <a:lnTo>
                  <a:pt x="763331" y="305420"/>
                </a:lnTo>
                <a:lnTo>
                  <a:pt x="801078" y="280758"/>
                </a:lnTo>
                <a:lnTo>
                  <a:pt x="839505" y="257016"/>
                </a:lnTo>
                <a:lnTo>
                  <a:pt x="878597" y="234211"/>
                </a:lnTo>
                <a:lnTo>
                  <a:pt x="918336" y="212360"/>
                </a:lnTo>
                <a:lnTo>
                  <a:pt x="958705" y="191477"/>
                </a:lnTo>
                <a:lnTo>
                  <a:pt x="999688" y="171580"/>
                </a:lnTo>
                <a:lnTo>
                  <a:pt x="1041268" y="152686"/>
                </a:lnTo>
                <a:lnTo>
                  <a:pt x="1083427" y="134810"/>
                </a:lnTo>
                <a:lnTo>
                  <a:pt x="1126149" y="117968"/>
                </a:lnTo>
                <a:lnTo>
                  <a:pt x="1169417" y="102178"/>
                </a:lnTo>
                <a:lnTo>
                  <a:pt x="1213213" y="87455"/>
                </a:lnTo>
                <a:lnTo>
                  <a:pt x="1257522" y="73816"/>
                </a:lnTo>
                <a:lnTo>
                  <a:pt x="1302326" y="61278"/>
                </a:lnTo>
                <a:lnTo>
                  <a:pt x="1347608" y="49856"/>
                </a:lnTo>
                <a:lnTo>
                  <a:pt x="1393351" y="39566"/>
                </a:lnTo>
                <a:lnTo>
                  <a:pt x="1439539" y="30426"/>
                </a:lnTo>
                <a:lnTo>
                  <a:pt x="1486155" y="22452"/>
                </a:lnTo>
                <a:lnTo>
                  <a:pt x="1533180" y="15660"/>
                </a:lnTo>
                <a:lnTo>
                  <a:pt x="1580600" y="10066"/>
                </a:lnTo>
                <a:lnTo>
                  <a:pt x="1628396" y="5686"/>
                </a:lnTo>
                <a:lnTo>
                  <a:pt x="1676553" y="2538"/>
                </a:lnTo>
                <a:lnTo>
                  <a:pt x="1725052" y="637"/>
                </a:lnTo>
                <a:lnTo>
                  <a:pt x="1773877" y="0"/>
                </a:lnTo>
                <a:lnTo>
                  <a:pt x="1773877" y="343093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8433" y="9656491"/>
            <a:ext cx="1304290" cy="630555"/>
          </a:xfrm>
          <a:custGeom>
            <a:avLst/>
            <a:gdLst/>
            <a:ahLst/>
            <a:cxnLst/>
            <a:rect l="l" t="t" r="r" b="b"/>
            <a:pathLst>
              <a:path w="1304290" h="630554">
                <a:moveTo>
                  <a:pt x="1303906" y="630507"/>
                </a:moveTo>
                <a:lnTo>
                  <a:pt x="0" y="630507"/>
                </a:lnTo>
                <a:lnTo>
                  <a:pt x="1788" y="583451"/>
                </a:lnTo>
                <a:lnTo>
                  <a:pt x="7068" y="537335"/>
                </a:lnTo>
                <a:lnTo>
                  <a:pt x="15715" y="492280"/>
                </a:lnTo>
                <a:lnTo>
                  <a:pt x="27603" y="448408"/>
                </a:lnTo>
                <a:lnTo>
                  <a:pt x="42604" y="405841"/>
                </a:lnTo>
                <a:lnTo>
                  <a:pt x="60594" y="364701"/>
                </a:lnTo>
                <a:lnTo>
                  <a:pt x="81445" y="325110"/>
                </a:lnTo>
                <a:lnTo>
                  <a:pt x="105033" y="287189"/>
                </a:lnTo>
                <a:lnTo>
                  <a:pt x="131231" y="251061"/>
                </a:lnTo>
                <a:lnTo>
                  <a:pt x="159913" y="216848"/>
                </a:lnTo>
                <a:lnTo>
                  <a:pt x="190952" y="184671"/>
                </a:lnTo>
                <a:lnTo>
                  <a:pt x="224224" y="154652"/>
                </a:lnTo>
                <a:lnTo>
                  <a:pt x="259601" y="126914"/>
                </a:lnTo>
                <a:lnTo>
                  <a:pt x="296957" y="101578"/>
                </a:lnTo>
                <a:lnTo>
                  <a:pt x="336168" y="78766"/>
                </a:lnTo>
                <a:lnTo>
                  <a:pt x="377106" y="58600"/>
                </a:lnTo>
                <a:lnTo>
                  <a:pt x="419645" y="41203"/>
                </a:lnTo>
                <a:lnTo>
                  <a:pt x="463660" y="26695"/>
                </a:lnTo>
                <a:lnTo>
                  <a:pt x="509024" y="15198"/>
                </a:lnTo>
                <a:lnTo>
                  <a:pt x="555612" y="6836"/>
                </a:lnTo>
                <a:lnTo>
                  <a:pt x="603297" y="1729"/>
                </a:lnTo>
                <a:lnTo>
                  <a:pt x="651953" y="0"/>
                </a:lnTo>
                <a:lnTo>
                  <a:pt x="700609" y="1729"/>
                </a:lnTo>
                <a:lnTo>
                  <a:pt x="748294" y="6836"/>
                </a:lnTo>
                <a:lnTo>
                  <a:pt x="794881" y="15198"/>
                </a:lnTo>
                <a:lnTo>
                  <a:pt x="840245" y="26695"/>
                </a:lnTo>
                <a:lnTo>
                  <a:pt x="884260" y="41203"/>
                </a:lnTo>
                <a:lnTo>
                  <a:pt x="926800" y="58600"/>
                </a:lnTo>
                <a:lnTo>
                  <a:pt x="967738" y="78766"/>
                </a:lnTo>
                <a:lnTo>
                  <a:pt x="1006948" y="101578"/>
                </a:lnTo>
                <a:lnTo>
                  <a:pt x="1044305" y="126914"/>
                </a:lnTo>
                <a:lnTo>
                  <a:pt x="1079682" y="154652"/>
                </a:lnTo>
                <a:lnTo>
                  <a:pt x="1112953" y="184671"/>
                </a:lnTo>
                <a:lnTo>
                  <a:pt x="1143993" y="216848"/>
                </a:lnTo>
                <a:lnTo>
                  <a:pt x="1172674" y="251061"/>
                </a:lnTo>
                <a:lnTo>
                  <a:pt x="1198872" y="287189"/>
                </a:lnTo>
                <a:lnTo>
                  <a:pt x="1222460" y="325110"/>
                </a:lnTo>
                <a:lnTo>
                  <a:pt x="1243312" y="364701"/>
                </a:lnTo>
                <a:lnTo>
                  <a:pt x="1261301" y="405841"/>
                </a:lnTo>
                <a:lnTo>
                  <a:pt x="1276303" y="448408"/>
                </a:lnTo>
                <a:lnTo>
                  <a:pt x="1288190" y="492280"/>
                </a:lnTo>
                <a:lnTo>
                  <a:pt x="1296837" y="537335"/>
                </a:lnTo>
                <a:lnTo>
                  <a:pt x="1302118" y="583451"/>
                </a:lnTo>
                <a:lnTo>
                  <a:pt x="1303906" y="630507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59008" y="2366844"/>
            <a:ext cx="5435600" cy="3471463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1056640" marR="5080" indent="-1044575">
              <a:lnSpc>
                <a:spcPts val="12620"/>
              </a:lnSpc>
              <a:spcBef>
                <a:spcPts val="1870"/>
              </a:spcBef>
            </a:pPr>
            <a:r>
              <a:rPr lang="en-IN" sz="17850" baseline="-2567" dirty="0">
                <a:latin typeface="Tahoma"/>
                <a:cs typeface="Tahoma"/>
              </a:rPr>
              <a:t>THANK</a:t>
            </a:r>
            <a:br>
              <a:rPr lang="en-IN" sz="17850" baseline="-2567" dirty="0">
                <a:latin typeface="Tahoma"/>
                <a:cs typeface="Tahoma"/>
              </a:rPr>
            </a:br>
            <a:r>
              <a:rPr lang="en-IN" sz="17850" baseline="-2567" dirty="0">
                <a:latin typeface="Tahoma"/>
                <a:cs typeface="Tahoma"/>
              </a:rPr>
              <a:t>YOU</a:t>
            </a:r>
            <a:endParaRPr sz="17850" baseline="-2567" dirty="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33653" y="6364023"/>
            <a:ext cx="977900" cy="1069340"/>
          </a:xfrm>
          <a:custGeom>
            <a:avLst/>
            <a:gdLst/>
            <a:ahLst/>
            <a:cxnLst/>
            <a:rect l="l" t="t" r="r" b="b"/>
            <a:pathLst>
              <a:path w="977900" h="1069340">
                <a:moveTo>
                  <a:pt x="208070" y="122790"/>
                </a:moveTo>
                <a:lnTo>
                  <a:pt x="195040" y="127723"/>
                </a:lnTo>
                <a:lnTo>
                  <a:pt x="187818" y="127501"/>
                </a:lnTo>
                <a:lnTo>
                  <a:pt x="175115" y="121776"/>
                </a:lnTo>
                <a:lnTo>
                  <a:pt x="170165" y="116509"/>
                </a:lnTo>
                <a:lnTo>
                  <a:pt x="137339" y="29809"/>
                </a:lnTo>
                <a:lnTo>
                  <a:pt x="137559" y="22584"/>
                </a:lnTo>
                <a:lnTo>
                  <a:pt x="143286" y="9884"/>
                </a:lnTo>
                <a:lnTo>
                  <a:pt x="148550" y="4933"/>
                </a:lnTo>
                <a:lnTo>
                  <a:pt x="161579" y="0"/>
                </a:lnTo>
                <a:lnTo>
                  <a:pt x="168803" y="223"/>
                </a:lnTo>
                <a:lnTo>
                  <a:pt x="181504" y="5946"/>
                </a:lnTo>
                <a:lnTo>
                  <a:pt x="186455" y="11213"/>
                </a:lnTo>
                <a:lnTo>
                  <a:pt x="219281" y="97913"/>
                </a:lnTo>
                <a:lnTo>
                  <a:pt x="219060" y="105137"/>
                </a:lnTo>
                <a:lnTo>
                  <a:pt x="213335" y="117840"/>
                </a:lnTo>
                <a:lnTo>
                  <a:pt x="208070" y="122790"/>
                </a:lnTo>
                <a:close/>
              </a:path>
              <a:path w="977900" h="1069340">
                <a:moveTo>
                  <a:pt x="484880" y="186454"/>
                </a:moveTo>
                <a:lnTo>
                  <a:pt x="398177" y="219282"/>
                </a:lnTo>
                <a:lnTo>
                  <a:pt x="390954" y="219060"/>
                </a:lnTo>
                <a:lnTo>
                  <a:pt x="378251" y="213335"/>
                </a:lnTo>
                <a:lnTo>
                  <a:pt x="373286" y="208028"/>
                </a:lnTo>
                <a:lnTo>
                  <a:pt x="368369" y="195041"/>
                </a:lnTo>
                <a:lnTo>
                  <a:pt x="368590" y="187818"/>
                </a:lnTo>
                <a:lnTo>
                  <a:pt x="374316" y="175115"/>
                </a:lnTo>
                <a:lnTo>
                  <a:pt x="379581" y="170166"/>
                </a:lnTo>
                <a:lnTo>
                  <a:pt x="466284" y="137338"/>
                </a:lnTo>
                <a:lnTo>
                  <a:pt x="473506" y="137560"/>
                </a:lnTo>
                <a:lnTo>
                  <a:pt x="486209" y="143285"/>
                </a:lnTo>
                <a:lnTo>
                  <a:pt x="491159" y="148550"/>
                </a:lnTo>
                <a:lnTo>
                  <a:pt x="496076" y="161538"/>
                </a:lnTo>
                <a:lnTo>
                  <a:pt x="495870" y="168802"/>
                </a:lnTo>
                <a:lnTo>
                  <a:pt x="490145" y="181505"/>
                </a:lnTo>
                <a:lnTo>
                  <a:pt x="484880" y="186454"/>
                </a:lnTo>
                <a:close/>
              </a:path>
              <a:path w="977900" h="1069340">
                <a:moveTo>
                  <a:pt x="461035" y="884894"/>
                </a:moveTo>
                <a:lnTo>
                  <a:pt x="433404" y="888355"/>
                </a:lnTo>
                <a:lnTo>
                  <a:pt x="408032" y="876877"/>
                </a:lnTo>
                <a:lnTo>
                  <a:pt x="392248" y="851570"/>
                </a:lnTo>
                <a:lnTo>
                  <a:pt x="245383" y="304115"/>
                </a:lnTo>
                <a:lnTo>
                  <a:pt x="246072" y="275283"/>
                </a:lnTo>
                <a:lnTo>
                  <a:pt x="261157" y="252865"/>
                </a:lnTo>
                <a:lnTo>
                  <a:pt x="285551" y="241247"/>
                </a:lnTo>
                <a:lnTo>
                  <a:pt x="314169" y="244813"/>
                </a:lnTo>
                <a:lnTo>
                  <a:pt x="834584" y="470931"/>
                </a:lnTo>
                <a:lnTo>
                  <a:pt x="857308" y="490296"/>
                </a:lnTo>
                <a:lnTo>
                  <a:pt x="864907" y="517113"/>
                </a:lnTo>
                <a:lnTo>
                  <a:pt x="857373" y="543947"/>
                </a:lnTo>
                <a:lnTo>
                  <a:pt x="834695" y="563363"/>
                </a:lnTo>
                <a:lnTo>
                  <a:pt x="751070" y="599940"/>
                </a:lnTo>
                <a:lnTo>
                  <a:pt x="732025" y="614427"/>
                </a:lnTo>
                <a:lnTo>
                  <a:pt x="722108" y="634962"/>
                </a:lnTo>
                <a:lnTo>
                  <a:pt x="722177" y="657767"/>
                </a:lnTo>
                <a:lnTo>
                  <a:pt x="733090" y="679060"/>
                </a:lnTo>
                <a:lnTo>
                  <a:pt x="747844" y="696170"/>
                </a:lnTo>
                <a:lnTo>
                  <a:pt x="549584" y="771235"/>
                </a:lnTo>
                <a:lnTo>
                  <a:pt x="532445" y="787882"/>
                </a:lnTo>
                <a:lnTo>
                  <a:pt x="483597" y="865386"/>
                </a:lnTo>
                <a:lnTo>
                  <a:pt x="461035" y="884894"/>
                </a:lnTo>
                <a:close/>
              </a:path>
              <a:path w="977900" h="1069340">
                <a:moveTo>
                  <a:pt x="899559" y="1066631"/>
                </a:moveTo>
                <a:lnTo>
                  <a:pt x="880382" y="1068899"/>
                </a:lnTo>
                <a:lnTo>
                  <a:pt x="861752" y="1063816"/>
                </a:lnTo>
                <a:lnTo>
                  <a:pt x="845950" y="1051552"/>
                </a:lnTo>
                <a:lnTo>
                  <a:pt x="613275" y="781830"/>
                </a:lnTo>
                <a:lnTo>
                  <a:pt x="593849" y="767921"/>
                </a:lnTo>
                <a:lnTo>
                  <a:pt x="571335" y="764485"/>
                </a:lnTo>
                <a:lnTo>
                  <a:pt x="549584" y="771235"/>
                </a:lnTo>
                <a:lnTo>
                  <a:pt x="747844" y="696170"/>
                </a:lnTo>
                <a:lnTo>
                  <a:pt x="965480" y="948562"/>
                </a:lnTo>
                <a:lnTo>
                  <a:pt x="975299" y="966028"/>
                </a:lnTo>
                <a:lnTo>
                  <a:pt x="977574" y="985236"/>
                </a:lnTo>
                <a:lnTo>
                  <a:pt x="972475" y="1003893"/>
                </a:lnTo>
                <a:lnTo>
                  <a:pt x="960174" y="1019707"/>
                </a:lnTo>
                <a:lnTo>
                  <a:pt x="917004" y="1056843"/>
                </a:lnTo>
                <a:lnTo>
                  <a:pt x="899559" y="1066631"/>
                </a:lnTo>
                <a:close/>
              </a:path>
              <a:path w="977900" h="1069340">
                <a:moveTo>
                  <a:pt x="116511" y="325926"/>
                </a:moveTo>
                <a:lnTo>
                  <a:pt x="29807" y="358753"/>
                </a:lnTo>
                <a:lnTo>
                  <a:pt x="22585" y="358532"/>
                </a:lnTo>
                <a:lnTo>
                  <a:pt x="9882" y="352806"/>
                </a:lnTo>
                <a:lnTo>
                  <a:pt x="4933" y="347542"/>
                </a:lnTo>
                <a:lnTo>
                  <a:pt x="0" y="334512"/>
                </a:lnTo>
                <a:lnTo>
                  <a:pt x="221" y="327290"/>
                </a:lnTo>
                <a:lnTo>
                  <a:pt x="5947" y="314587"/>
                </a:lnTo>
                <a:lnTo>
                  <a:pt x="11211" y="309637"/>
                </a:lnTo>
                <a:lnTo>
                  <a:pt x="97915" y="276810"/>
                </a:lnTo>
                <a:lnTo>
                  <a:pt x="105137" y="277031"/>
                </a:lnTo>
                <a:lnTo>
                  <a:pt x="117840" y="282757"/>
                </a:lnTo>
                <a:lnTo>
                  <a:pt x="122789" y="288022"/>
                </a:lnTo>
                <a:lnTo>
                  <a:pt x="127722" y="301051"/>
                </a:lnTo>
                <a:lnTo>
                  <a:pt x="127501" y="308274"/>
                </a:lnTo>
                <a:lnTo>
                  <a:pt x="121775" y="320976"/>
                </a:lnTo>
                <a:lnTo>
                  <a:pt x="116511" y="325926"/>
                </a:lnTo>
                <a:close/>
              </a:path>
              <a:path w="977900" h="1069340">
                <a:moveTo>
                  <a:pt x="120204" y="205385"/>
                </a:moveTo>
                <a:lnTo>
                  <a:pt x="107179" y="210317"/>
                </a:lnTo>
                <a:lnTo>
                  <a:pt x="99956" y="210095"/>
                </a:lnTo>
                <a:lnTo>
                  <a:pt x="15480" y="172023"/>
                </a:lnTo>
                <a:lnTo>
                  <a:pt x="10526" y="166757"/>
                </a:lnTo>
                <a:lnTo>
                  <a:pt x="5585" y="153731"/>
                </a:lnTo>
                <a:lnTo>
                  <a:pt x="5804" y="146503"/>
                </a:lnTo>
                <a:lnTo>
                  <a:pt x="11544" y="133783"/>
                </a:lnTo>
                <a:lnTo>
                  <a:pt x="16801" y="128836"/>
                </a:lnTo>
                <a:lnTo>
                  <a:pt x="29820" y="123907"/>
                </a:lnTo>
                <a:lnTo>
                  <a:pt x="37046" y="124127"/>
                </a:lnTo>
                <a:lnTo>
                  <a:pt x="121533" y="162226"/>
                </a:lnTo>
                <a:lnTo>
                  <a:pt x="126482" y="167490"/>
                </a:lnTo>
                <a:lnTo>
                  <a:pt x="131414" y="180516"/>
                </a:lnTo>
                <a:lnTo>
                  <a:pt x="131192" y="187738"/>
                </a:lnTo>
                <a:lnTo>
                  <a:pt x="125469" y="200436"/>
                </a:lnTo>
                <a:lnTo>
                  <a:pt x="120204" y="205385"/>
                </a:lnTo>
                <a:close/>
              </a:path>
              <a:path w="977900" h="1069340">
                <a:moveTo>
                  <a:pt x="163498" y="486835"/>
                </a:moveTo>
                <a:lnTo>
                  <a:pt x="157042" y="489280"/>
                </a:lnTo>
                <a:lnTo>
                  <a:pt x="153607" y="489853"/>
                </a:lnTo>
                <a:lnTo>
                  <a:pt x="146707" y="489639"/>
                </a:lnTo>
                <a:lnTo>
                  <a:pt x="143313" y="488853"/>
                </a:lnTo>
                <a:lnTo>
                  <a:pt x="133821" y="484571"/>
                </a:lnTo>
                <a:lnTo>
                  <a:pt x="128871" y="479303"/>
                </a:lnTo>
                <a:lnTo>
                  <a:pt x="123940" y="466281"/>
                </a:lnTo>
                <a:lnTo>
                  <a:pt x="124160" y="459055"/>
                </a:lnTo>
                <a:lnTo>
                  <a:pt x="159387" y="380899"/>
                </a:lnTo>
                <a:lnTo>
                  <a:pt x="160763" y="377696"/>
                </a:lnTo>
                <a:lnTo>
                  <a:pt x="162766" y="374799"/>
                </a:lnTo>
                <a:lnTo>
                  <a:pt x="168005" y="369742"/>
                </a:lnTo>
                <a:lnTo>
                  <a:pt x="168280" y="369638"/>
                </a:lnTo>
                <a:lnTo>
                  <a:pt x="170988" y="367903"/>
                </a:lnTo>
                <a:lnTo>
                  <a:pt x="177250" y="365533"/>
                </a:lnTo>
                <a:lnTo>
                  <a:pt x="180718" y="364929"/>
                </a:lnTo>
                <a:lnTo>
                  <a:pt x="187690" y="365115"/>
                </a:lnTo>
                <a:lnTo>
                  <a:pt x="209895" y="388938"/>
                </a:lnTo>
                <a:lnTo>
                  <a:pt x="209590" y="395904"/>
                </a:lnTo>
                <a:lnTo>
                  <a:pt x="208746" y="399323"/>
                </a:lnTo>
                <a:lnTo>
                  <a:pt x="207259" y="402479"/>
                </a:lnTo>
                <a:lnTo>
                  <a:pt x="173502" y="477423"/>
                </a:lnTo>
                <a:lnTo>
                  <a:pt x="171477" y="480261"/>
                </a:lnTo>
                <a:lnTo>
                  <a:pt x="166452" y="484989"/>
                </a:lnTo>
                <a:lnTo>
                  <a:pt x="163498" y="486835"/>
                </a:lnTo>
                <a:close/>
              </a:path>
              <a:path w="977900" h="1069340">
                <a:moveTo>
                  <a:pt x="328601" y="126482"/>
                </a:moveTo>
                <a:lnTo>
                  <a:pt x="315576" y="131414"/>
                </a:lnTo>
                <a:lnTo>
                  <a:pt x="308353" y="131192"/>
                </a:lnTo>
                <a:lnTo>
                  <a:pt x="295656" y="125469"/>
                </a:lnTo>
                <a:lnTo>
                  <a:pt x="290706" y="120205"/>
                </a:lnTo>
                <a:lnTo>
                  <a:pt x="285775" y="107179"/>
                </a:lnTo>
                <a:lnTo>
                  <a:pt x="285996" y="99957"/>
                </a:lnTo>
                <a:lnTo>
                  <a:pt x="324077" y="15438"/>
                </a:lnTo>
                <a:lnTo>
                  <a:pt x="329335" y="10490"/>
                </a:lnTo>
                <a:lnTo>
                  <a:pt x="342354" y="5561"/>
                </a:lnTo>
                <a:lnTo>
                  <a:pt x="349580" y="5782"/>
                </a:lnTo>
                <a:lnTo>
                  <a:pt x="362281" y="11503"/>
                </a:lnTo>
                <a:lnTo>
                  <a:pt x="367240" y="16767"/>
                </a:lnTo>
                <a:lnTo>
                  <a:pt x="372177" y="29795"/>
                </a:lnTo>
                <a:lnTo>
                  <a:pt x="371957" y="37023"/>
                </a:lnTo>
                <a:lnTo>
                  <a:pt x="333866" y="121533"/>
                </a:lnTo>
                <a:lnTo>
                  <a:pt x="328601" y="126482"/>
                </a:lnTo>
                <a:close/>
              </a:path>
            </a:pathLst>
          </a:custGeom>
          <a:solidFill>
            <a:srgbClr val="2B2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8503102" y="3643668"/>
            <a:ext cx="9314815" cy="6643370"/>
            <a:chOff x="8503102" y="3643668"/>
            <a:chExt cx="9314815" cy="6643370"/>
          </a:xfrm>
        </p:grpSpPr>
        <p:sp>
          <p:nvSpPr>
            <p:cNvPr id="9" name="object 9"/>
            <p:cNvSpPr/>
            <p:nvPr/>
          </p:nvSpPr>
          <p:spPr>
            <a:xfrm>
              <a:off x="13498848" y="7176207"/>
              <a:ext cx="800100" cy="3110865"/>
            </a:xfrm>
            <a:custGeom>
              <a:avLst/>
              <a:gdLst/>
              <a:ahLst/>
              <a:cxnLst/>
              <a:rect l="l" t="t" r="r" b="b"/>
              <a:pathLst>
                <a:path w="800100" h="3110865">
                  <a:moveTo>
                    <a:pt x="668384" y="3110792"/>
                  </a:moveTo>
                  <a:lnTo>
                    <a:pt x="124133" y="3110792"/>
                  </a:lnTo>
                  <a:lnTo>
                    <a:pt x="144222" y="2512001"/>
                  </a:lnTo>
                  <a:lnTo>
                    <a:pt x="153031" y="2105749"/>
                  </a:lnTo>
                  <a:lnTo>
                    <a:pt x="140446" y="1795086"/>
                  </a:lnTo>
                  <a:lnTo>
                    <a:pt x="112759" y="1425560"/>
                  </a:lnTo>
                  <a:lnTo>
                    <a:pt x="85073" y="1116406"/>
                  </a:lnTo>
                  <a:lnTo>
                    <a:pt x="72488" y="986858"/>
                  </a:lnTo>
                  <a:lnTo>
                    <a:pt x="0" y="173852"/>
                  </a:lnTo>
                  <a:lnTo>
                    <a:pt x="63381" y="133072"/>
                  </a:lnTo>
                  <a:lnTo>
                    <a:pt x="229412" y="53658"/>
                  </a:lnTo>
                  <a:lnTo>
                    <a:pt x="461919" y="0"/>
                  </a:lnTo>
                  <a:lnTo>
                    <a:pt x="724732" y="36487"/>
                  </a:lnTo>
                  <a:lnTo>
                    <a:pt x="740613" y="265856"/>
                  </a:lnTo>
                  <a:lnTo>
                    <a:pt x="773135" y="814538"/>
                  </a:lnTo>
                  <a:lnTo>
                    <a:pt x="799616" y="1473399"/>
                  </a:lnTo>
                  <a:lnTo>
                    <a:pt x="797375" y="2033303"/>
                  </a:lnTo>
                  <a:lnTo>
                    <a:pt x="744770" y="2566713"/>
                  </a:lnTo>
                  <a:lnTo>
                    <a:pt x="668384" y="3110792"/>
                  </a:lnTo>
                  <a:close/>
                </a:path>
              </a:pathLst>
            </a:custGeom>
            <a:solidFill>
              <a:srgbClr val="A7D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98843" y="7176210"/>
              <a:ext cx="800100" cy="3110865"/>
            </a:xfrm>
            <a:custGeom>
              <a:avLst/>
              <a:gdLst/>
              <a:ahLst/>
              <a:cxnLst/>
              <a:rect l="l" t="t" r="r" b="b"/>
              <a:pathLst>
                <a:path w="800100" h="3110865">
                  <a:moveTo>
                    <a:pt x="799617" y="1473403"/>
                  </a:moveTo>
                  <a:lnTo>
                    <a:pt x="773137" y="814539"/>
                  </a:lnTo>
                  <a:lnTo>
                    <a:pt x="740613" y="265861"/>
                  </a:lnTo>
                  <a:lnTo>
                    <a:pt x="724725" y="36487"/>
                  </a:lnTo>
                  <a:lnTo>
                    <a:pt x="461924" y="0"/>
                  </a:lnTo>
                  <a:lnTo>
                    <a:pt x="229412" y="53657"/>
                  </a:lnTo>
                  <a:lnTo>
                    <a:pt x="63385" y="133070"/>
                  </a:lnTo>
                  <a:lnTo>
                    <a:pt x="0" y="173850"/>
                  </a:lnTo>
                  <a:lnTo>
                    <a:pt x="72491" y="986866"/>
                  </a:lnTo>
                  <a:lnTo>
                    <a:pt x="85077" y="1116406"/>
                  </a:lnTo>
                  <a:lnTo>
                    <a:pt x="112763" y="1425562"/>
                  </a:lnTo>
                  <a:lnTo>
                    <a:pt x="140449" y="1795094"/>
                  </a:lnTo>
                  <a:lnTo>
                    <a:pt x="153035" y="2105749"/>
                  </a:lnTo>
                  <a:lnTo>
                    <a:pt x="144221" y="2512009"/>
                  </a:lnTo>
                  <a:lnTo>
                    <a:pt x="124129" y="3110788"/>
                  </a:lnTo>
                  <a:lnTo>
                    <a:pt x="668388" y="3110788"/>
                  </a:lnTo>
                  <a:lnTo>
                    <a:pt x="744766" y="2566720"/>
                  </a:lnTo>
                  <a:lnTo>
                    <a:pt x="797369" y="2033308"/>
                  </a:lnTo>
                  <a:lnTo>
                    <a:pt x="799617" y="1473403"/>
                  </a:lnTo>
                  <a:close/>
                </a:path>
              </a:pathLst>
            </a:custGeom>
            <a:solidFill>
              <a:srgbClr val="2B2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3102" y="3643668"/>
              <a:ext cx="9314187" cy="66433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431406" y="7710934"/>
              <a:ext cx="1090930" cy="2576195"/>
            </a:xfrm>
            <a:custGeom>
              <a:avLst/>
              <a:gdLst/>
              <a:ahLst/>
              <a:cxnLst/>
              <a:rect l="l" t="t" r="r" b="b"/>
              <a:pathLst>
                <a:path w="1090929" h="2576195">
                  <a:moveTo>
                    <a:pt x="727726" y="2576065"/>
                  </a:moveTo>
                  <a:lnTo>
                    <a:pt x="209148" y="2576065"/>
                  </a:lnTo>
                  <a:lnTo>
                    <a:pt x="518340" y="1572372"/>
                  </a:lnTo>
                  <a:lnTo>
                    <a:pt x="524967" y="1555293"/>
                  </a:lnTo>
                  <a:lnTo>
                    <a:pt x="536011" y="1511649"/>
                  </a:lnTo>
                  <a:lnTo>
                    <a:pt x="538220" y="1452823"/>
                  </a:lnTo>
                  <a:lnTo>
                    <a:pt x="518340" y="1390202"/>
                  </a:lnTo>
                  <a:lnTo>
                    <a:pt x="440610" y="1252732"/>
                  </a:lnTo>
                  <a:lnTo>
                    <a:pt x="148097" y="728995"/>
                  </a:lnTo>
                  <a:lnTo>
                    <a:pt x="0" y="108269"/>
                  </a:lnTo>
                  <a:lnTo>
                    <a:pt x="469890" y="0"/>
                  </a:lnTo>
                  <a:lnTo>
                    <a:pt x="563079" y="203198"/>
                  </a:lnTo>
                  <a:lnTo>
                    <a:pt x="770115" y="663896"/>
                  </a:lnTo>
                  <a:lnTo>
                    <a:pt x="982199" y="1158751"/>
                  </a:lnTo>
                  <a:lnTo>
                    <a:pt x="1090534" y="1464420"/>
                  </a:lnTo>
                  <a:lnTo>
                    <a:pt x="1007230" y="1811153"/>
                  </a:lnTo>
                  <a:lnTo>
                    <a:pt x="797705" y="2396351"/>
                  </a:lnTo>
                  <a:lnTo>
                    <a:pt x="727726" y="2576065"/>
                  </a:lnTo>
                  <a:close/>
                </a:path>
              </a:pathLst>
            </a:custGeom>
            <a:solidFill>
              <a:srgbClr val="F1E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14791" y="7710944"/>
              <a:ext cx="2907665" cy="2576195"/>
            </a:xfrm>
            <a:custGeom>
              <a:avLst/>
              <a:gdLst/>
              <a:ahLst/>
              <a:cxnLst/>
              <a:rect l="l" t="t" r="r" b="b"/>
              <a:pathLst>
                <a:path w="2907665" h="2576195">
                  <a:moveTo>
                    <a:pt x="585774" y="244436"/>
                  </a:moveTo>
                  <a:lnTo>
                    <a:pt x="569861" y="234937"/>
                  </a:lnTo>
                  <a:lnTo>
                    <a:pt x="524916" y="218363"/>
                  </a:lnTo>
                  <a:lnTo>
                    <a:pt x="455066" y="212610"/>
                  </a:lnTo>
                  <a:lnTo>
                    <a:pt x="364477" y="235559"/>
                  </a:lnTo>
                  <a:lnTo>
                    <a:pt x="342976" y="261200"/>
                  </a:lnTo>
                  <a:lnTo>
                    <a:pt x="288683" y="320954"/>
                  </a:lnTo>
                  <a:lnTo>
                    <a:pt x="216966" y="389013"/>
                  </a:lnTo>
                  <a:lnTo>
                    <a:pt x="143179" y="439610"/>
                  </a:lnTo>
                  <a:lnTo>
                    <a:pt x="89865" y="469277"/>
                  </a:lnTo>
                  <a:lnTo>
                    <a:pt x="44818" y="502361"/>
                  </a:lnTo>
                  <a:lnTo>
                    <a:pt x="13169" y="534797"/>
                  </a:lnTo>
                  <a:lnTo>
                    <a:pt x="0" y="562546"/>
                  </a:lnTo>
                  <a:lnTo>
                    <a:pt x="10401" y="581558"/>
                  </a:lnTo>
                  <a:lnTo>
                    <a:pt x="42900" y="587844"/>
                  </a:lnTo>
                  <a:lnTo>
                    <a:pt x="94830" y="586003"/>
                  </a:lnTo>
                  <a:lnTo>
                    <a:pt x="157568" y="578243"/>
                  </a:lnTo>
                  <a:lnTo>
                    <a:pt x="222516" y="566775"/>
                  </a:lnTo>
                  <a:lnTo>
                    <a:pt x="281089" y="553834"/>
                  </a:lnTo>
                  <a:lnTo>
                    <a:pt x="324650" y="541642"/>
                  </a:lnTo>
                  <a:lnTo>
                    <a:pt x="370840" y="529437"/>
                  </a:lnTo>
                  <a:lnTo>
                    <a:pt x="408736" y="527227"/>
                  </a:lnTo>
                  <a:lnTo>
                    <a:pt x="436676" y="536651"/>
                  </a:lnTo>
                  <a:lnTo>
                    <a:pt x="452996" y="559384"/>
                  </a:lnTo>
                  <a:lnTo>
                    <a:pt x="466826" y="590575"/>
                  </a:lnTo>
                  <a:lnTo>
                    <a:pt x="487299" y="615937"/>
                  </a:lnTo>
                  <a:lnTo>
                    <a:pt x="541515" y="599313"/>
                  </a:lnTo>
                  <a:lnTo>
                    <a:pt x="565238" y="519531"/>
                  </a:lnTo>
                  <a:lnTo>
                    <a:pt x="578586" y="400240"/>
                  </a:lnTo>
                  <a:lnTo>
                    <a:pt x="584454" y="291769"/>
                  </a:lnTo>
                  <a:lnTo>
                    <a:pt x="585774" y="244436"/>
                  </a:lnTo>
                  <a:close/>
                </a:path>
                <a:path w="2907665" h="2576195">
                  <a:moveTo>
                    <a:pt x="1304391" y="497598"/>
                  </a:moveTo>
                  <a:lnTo>
                    <a:pt x="1227162" y="406311"/>
                  </a:lnTo>
                  <a:lnTo>
                    <a:pt x="1201356" y="417449"/>
                  </a:lnTo>
                  <a:lnTo>
                    <a:pt x="1139672" y="441934"/>
                  </a:lnTo>
                  <a:lnTo>
                    <a:pt x="1065682" y="466420"/>
                  </a:lnTo>
                  <a:lnTo>
                    <a:pt x="1002982" y="477558"/>
                  </a:lnTo>
                  <a:lnTo>
                    <a:pt x="955052" y="484238"/>
                  </a:lnTo>
                  <a:lnTo>
                    <a:pt x="914806" y="502221"/>
                  </a:lnTo>
                  <a:lnTo>
                    <a:pt x="889952" y="528421"/>
                  </a:lnTo>
                  <a:lnTo>
                    <a:pt x="888149" y="559765"/>
                  </a:lnTo>
                  <a:lnTo>
                    <a:pt x="951458" y="580821"/>
                  </a:lnTo>
                  <a:lnTo>
                    <a:pt x="1074737" y="584415"/>
                  </a:lnTo>
                  <a:lnTo>
                    <a:pt x="1194943" y="579793"/>
                  </a:lnTo>
                  <a:lnTo>
                    <a:pt x="1249032" y="576199"/>
                  </a:lnTo>
                  <a:lnTo>
                    <a:pt x="1270215" y="571233"/>
                  </a:lnTo>
                  <a:lnTo>
                    <a:pt x="1303705" y="548805"/>
                  </a:lnTo>
                  <a:lnTo>
                    <a:pt x="1304391" y="497598"/>
                  </a:lnTo>
                  <a:close/>
                </a:path>
                <a:path w="2907665" h="2576195">
                  <a:moveTo>
                    <a:pt x="2907144" y="1464411"/>
                  </a:moveTo>
                  <a:lnTo>
                    <a:pt x="2798813" y="1158748"/>
                  </a:lnTo>
                  <a:lnTo>
                    <a:pt x="2586723" y="663892"/>
                  </a:lnTo>
                  <a:lnTo>
                    <a:pt x="2379688" y="203200"/>
                  </a:lnTo>
                  <a:lnTo>
                    <a:pt x="2286495" y="0"/>
                  </a:lnTo>
                  <a:lnTo>
                    <a:pt x="1816608" y="108267"/>
                  </a:lnTo>
                  <a:lnTo>
                    <a:pt x="1964702" y="728992"/>
                  </a:lnTo>
                  <a:lnTo>
                    <a:pt x="2257221" y="1252728"/>
                  </a:lnTo>
                  <a:lnTo>
                    <a:pt x="2334945" y="1390192"/>
                  </a:lnTo>
                  <a:lnTo>
                    <a:pt x="2354834" y="1452816"/>
                  </a:lnTo>
                  <a:lnTo>
                    <a:pt x="2352624" y="1511642"/>
                  </a:lnTo>
                  <a:lnTo>
                    <a:pt x="2341575" y="1555292"/>
                  </a:lnTo>
                  <a:lnTo>
                    <a:pt x="2334945" y="1572374"/>
                  </a:lnTo>
                  <a:lnTo>
                    <a:pt x="2025751" y="2576055"/>
                  </a:lnTo>
                  <a:lnTo>
                    <a:pt x="2544330" y="2576055"/>
                  </a:lnTo>
                  <a:lnTo>
                    <a:pt x="2614320" y="2396350"/>
                  </a:lnTo>
                  <a:lnTo>
                    <a:pt x="2823832" y="1811147"/>
                  </a:lnTo>
                  <a:lnTo>
                    <a:pt x="2907144" y="1464411"/>
                  </a:lnTo>
                  <a:close/>
                </a:path>
              </a:pathLst>
            </a:custGeom>
            <a:solidFill>
              <a:srgbClr val="E786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90919" y="7679836"/>
              <a:ext cx="1389380" cy="2607310"/>
            </a:xfrm>
            <a:custGeom>
              <a:avLst/>
              <a:gdLst/>
              <a:ahLst/>
              <a:cxnLst/>
              <a:rect l="l" t="t" r="r" b="b"/>
              <a:pathLst>
                <a:path w="1389379" h="2607309">
                  <a:moveTo>
                    <a:pt x="1389113" y="2607162"/>
                  </a:moveTo>
                  <a:lnTo>
                    <a:pt x="875255" y="2607162"/>
                  </a:lnTo>
                  <a:lnTo>
                    <a:pt x="795391" y="2392765"/>
                  </a:lnTo>
                  <a:lnTo>
                    <a:pt x="626047" y="1900338"/>
                  </a:lnTo>
                  <a:lnTo>
                    <a:pt x="590560" y="1792776"/>
                  </a:lnTo>
                  <a:lnTo>
                    <a:pt x="551832" y="1680056"/>
                  </a:lnTo>
                  <a:lnTo>
                    <a:pt x="510487" y="1563393"/>
                  </a:lnTo>
                  <a:lnTo>
                    <a:pt x="444923" y="1383664"/>
                  </a:lnTo>
                  <a:lnTo>
                    <a:pt x="354159" y="1141563"/>
                  </a:lnTo>
                  <a:lnTo>
                    <a:pt x="123414" y="536441"/>
                  </a:lnTo>
                  <a:lnTo>
                    <a:pt x="75100" y="405979"/>
                  </a:lnTo>
                  <a:lnTo>
                    <a:pt x="48449" y="331285"/>
                  </a:lnTo>
                  <a:lnTo>
                    <a:pt x="26970" y="267832"/>
                  </a:lnTo>
                  <a:lnTo>
                    <a:pt x="11289" y="216836"/>
                  </a:lnTo>
                  <a:lnTo>
                    <a:pt x="2028" y="179511"/>
                  </a:lnTo>
                  <a:lnTo>
                    <a:pt x="0" y="166355"/>
                  </a:lnTo>
                  <a:lnTo>
                    <a:pt x="2303" y="146251"/>
                  </a:lnTo>
                  <a:lnTo>
                    <a:pt x="30701" y="107522"/>
                  </a:lnTo>
                  <a:lnTo>
                    <a:pt x="86039" y="72213"/>
                  </a:lnTo>
                  <a:lnTo>
                    <a:pt x="122018" y="56385"/>
                  </a:lnTo>
                  <a:lnTo>
                    <a:pt x="162582" y="42065"/>
                  </a:lnTo>
                  <a:lnTo>
                    <a:pt x="207013" y="29471"/>
                  </a:lnTo>
                  <a:lnTo>
                    <a:pt x="254594" y="18820"/>
                  </a:lnTo>
                  <a:lnTo>
                    <a:pt x="304609" y="10330"/>
                  </a:lnTo>
                  <a:lnTo>
                    <a:pt x="356340" y="4218"/>
                  </a:lnTo>
                  <a:lnTo>
                    <a:pt x="409071" y="702"/>
                  </a:lnTo>
                  <a:lnTo>
                    <a:pt x="462085" y="0"/>
                  </a:lnTo>
                  <a:lnTo>
                    <a:pt x="514665" y="2328"/>
                  </a:lnTo>
                  <a:lnTo>
                    <a:pt x="566093" y="7905"/>
                  </a:lnTo>
                  <a:lnTo>
                    <a:pt x="615654" y="16949"/>
                  </a:lnTo>
                  <a:lnTo>
                    <a:pt x="662629" y="29676"/>
                  </a:lnTo>
                  <a:lnTo>
                    <a:pt x="706303" y="46305"/>
                  </a:lnTo>
                  <a:lnTo>
                    <a:pt x="745957" y="67053"/>
                  </a:lnTo>
                  <a:lnTo>
                    <a:pt x="780876" y="92137"/>
                  </a:lnTo>
                  <a:lnTo>
                    <a:pt x="1130924" y="1610216"/>
                  </a:lnTo>
                  <a:lnTo>
                    <a:pt x="1186461" y="1817160"/>
                  </a:lnTo>
                  <a:lnTo>
                    <a:pt x="1312680" y="2299255"/>
                  </a:lnTo>
                  <a:lnTo>
                    <a:pt x="1389113" y="2607162"/>
                  </a:lnTo>
                  <a:close/>
                </a:path>
              </a:pathLst>
            </a:custGeom>
            <a:solidFill>
              <a:srgbClr val="F1E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55689" y="4728055"/>
              <a:ext cx="781050" cy="547370"/>
            </a:xfrm>
            <a:custGeom>
              <a:avLst/>
              <a:gdLst/>
              <a:ahLst/>
              <a:cxnLst/>
              <a:rect l="l" t="t" r="r" b="b"/>
              <a:pathLst>
                <a:path w="781050" h="547370">
                  <a:moveTo>
                    <a:pt x="156198" y="547331"/>
                  </a:moveTo>
                  <a:lnTo>
                    <a:pt x="130259" y="535897"/>
                  </a:lnTo>
                  <a:lnTo>
                    <a:pt x="74012" y="494084"/>
                  </a:lnTo>
                  <a:lnTo>
                    <a:pt x="19808" y="410631"/>
                  </a:lnTo>
                  <a:lnTo>
                    <a:pt x="0" y="274272"/>
                  </a:lnTo>
                  <a:lnTo>
                    <a:pt x="8710" y="213686"/>
                  </a:lnTo>
                  <a:lnTo>
                    <a:pt x="26967" y="164437"/>
                  </a:lnTo>
                  <a:lnTo>
                    <a:pt x="52766" y="125411"/>
                  </a:lnTo>
                  <a:lnTo>
                    <a:pt x="84100" y="95495"/>
                  </a:lnTo>
                  <a:lnTo>
                    <a:pt x="118965" y="73574"/>
                  </a:lnTo>
                  <a:lnTo>
                    <a:pt x="155355" y="58534"/>
                  </a:lnTo>
                  <a:lnTo>
                    <a:pt x="224693" y="44640"/>
                  </a:lnTo>
                  <a:lnTo>
                    <a:pt x="253629" y="43559"/>
                  </a:lnTo>
                  <a:lnTo>
                    <a:pt x="322726" y="47576"/>
                  </a:lnTo>
                  <a:lnTo>
                    <a:pt x="368700" y="44447"/>
                  </a:lnTo>
                  <a:lnTo>
                    <a:pt x="411950" y="35175"/>
                  </a:lnTo>
                  <a:lnTo>
                    <a:pt x="450432" y="19417"/>
                  </a:lnTo>
                  <a:lnTo>
                    <a:pt x="473368" y="11057"/>
                  </a:lnTo>
                  <a:lnTo>
                    <a:pt x="508263" y="4045"/>
                  </a:lnTo>
                  <a:lnTo>
                    <a:pt x="551470" y="0"/>
                  </a:lnTo>
                  <a:lnTo>
                    <a:pt x="599340" y="539"/>
                  </a:lnTo>
                  <a:lnTo>
                    <a:pt x="648227" y="7281"/>
                  </a:lnTo>
                  <a:lnTo>
                    <a:pt x="694483" y="21844"/>
                  </a:lnTo>
                  <a:lnTo>
                    <a:pt x="734461" y="45846"/>
                  </a:lnTo>
                  <a:lnTo>
                    <a:pt x="764513" y="80906"/>
                  </a:lnTo>
                  <a:lnTo>
                    <a:pt x="780991" y="128641"/>
                  </a:lnTo>
                  <a:lnTo>
                    <a:pt x="771285" y="223927"/>
                  </a:lnTo>
                  <a:lnTo>
                    <a:pt x="725141" y="273817"/>
                  </a:lnTo>
                  <a:lnTo>
                    <a:pt x="674229" y="292988"/>
                  </a:lnTo>
                  <a:lnTo>
                    <a:pt x="650220" y="296117"/>
                  </a:lnTo>
                  <a:lnTo>
                    <a:pt x="156198" y="547331"/>
                  </a:lnTo>
                  <a:close/>
                </a:path>
              </a:pathLst>
            </a:custGeom>
            <a:solidFill>
              <a:srgbClr val="2B2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40578" y="5562397"/>
              <a:ext cx="1971675" cy="2416175"/>
            </a:xfrm>
            <a:custGeom>
              <a:avLst/>
              <a:gdLst/>
              <a:ahLst/>
              <a:cxnLst/>
              <a:rect l="l" t="t" r="r" b="b"/>
              <a:pathLst>
                <a:path w="1971675" h="2416175">
                  <a:moveTo>
                    <a:pt x="202853" y="2416087"/>
                  </a:moveTo>
                  <a:lnTo>
                    <a:pt x="155452" y="2414532"/>
                  </a:lnTo>
                  <a:lnTo>
                    <a:pt x="109828" y="2407998"/>
                  </a:lnTo>
                  <a:lnTo>
                    <a:pt x="68625" y="2397887"/>
                  </a:lnTo>
                  <a:lnTo>
                    <a:pt x="20795" y="2355250"/>
                  </a:lnTo>
                  <a:lnTo>
                    <a:pt x="2079" y="2287658"/>
                  </a:lnTo>
                  <a:lnTo>
                    <a:pt x="0" y="2225107"/>
                  </a:lnTo>
                  <a:lnTo>
                    <a:pt x="2079" y="2197591"/>
                  </a:lnTo>
                  <a:lnTo>
                    <a:pt x="19995" y="1930277"/>
                  </a:lnTo>
                  <a:lnTo>
                    <a:pt x="62071" y="1334514"/>
                  </a:lnTo>
                  <a:lnTo>
                    <a:pt x="110802" y="719576"/>
                  </a:lnTo>
                  <a:lnTo>
                    <a:pt x="148681" y="394735"/>
                  </a:lnTo>
                  <a:lnTo>
                    <a:pt x="184369" y="327105"/>
                  </a:lnTo>
                  <a:lnTo>
                    <a:pt x="210679" y="293799"/>
                  </a:lnTo>
                  <a:lnTo>
                    <a:pt x="242143" y="260826"/>
                  </a:lnTo>
                  <a:lnTo>
                    <a:pt x="278392" y="228185"/>
                  </a:lnTo>
                  <a:lnTo>
                    <a:pt x="319058" y="195871"/>
                  </a:lnTo>
                  <a:lnTo>
                    <a:pt x="363771" y="163881"/>
                  </a:lnTo>
                  <a:lnTo>
                    <a:pt x="412164" y="132213"/>
                  </a:lnTo>
                  <a:lnTo>
                    <a:pt x="463868" y="100862"/>
                  </a:lnTo>
                  <a:lnTo>
                    <a:pt x="502510" y="79564"/>
                  </a:lnTo>
                  <a:lnTo>
                    <a:pt x="538884" y="62057"/>
                  </a:lnTo>
                  <a:lnTo>
                    <a:pt x="619534" y="31683"/>
                  </a:lnTo>
                  <a:lnTo>
                    <a:pt x="681353" y="16884"/>
                  </a:lnTo>
                  <a:lnTo>
                    <a:pt x="720940" y="12091"/>
                  </a:lnTo>
                  <a:lnTo>
                    <a:pt x="734892" y="11731"/>
                  </a:lnTo>
                  <a:lnTo>
                    <a:pt x="783244" y="3662"/>
                  </a:lnTo>
                  <a:lnTo>
                    <a:pt x="832604" y="0"/>
                  </a:lnTo>
                  <a:lnTo>
                    <a:pt x="882550" y="371"/>
                  </a:lnTo>
                  <a:lnTo>
                    <a:pt x="932658" y="4404"/>
                  </a:lnTo>
                  <a:lnTo>
                    <a:pt x="982505" y="11730"/>
                  </a:lnTo>
                  <a:lnTo>
                    <a:pt x="1031668" y="21976"/>
                  </a:lnTo>
                  <a:lnTo>
                    <a:pt x="1079723" y="34771"/>
                  </a:lnTo>
                  <a:lnTo>
                    <a:pt x="1136312" y="53181"/>
                  </a:lnTo>
                  <a:lnTo>
                    <a:pt x="1189877" y="74164"/>
                  </a:lnTo>
                  <a:lnTo>
                    <a:pt x="1239660" y="97052"/>
                  </a:lnTo>
                  <a:lnTo>
                    <a:pt x="1284906" y="121175"/>
                  </a:lnTo>
                  <a:lnTo>
                    <a:pt x="1324859" y="145867"/>
                  </a:lnTo>
                  <a:lnTo>
                    <a:pt x="1358762" y="170459"/>
                  </a:lnTo>
                  <a:lnTo>
                    <a:pt x="1405395" y="216673"/>
                  </a:lnTo>
                  <a:lnTo>
                    <a:pt x="1432568" y="265968"/>
                  </a:lnTo>
                  <a:lnTo>
                    <a:pt x="1454400" y="326866"/>
                  </a:lnTo>
                  <a:lnTo>
                    <a:pt x="1471329" y="392583"/>
                  </a:lnTo>
                  <a:lnTo>
                    <a:pt x="1483793" y="456334"/>
                  </a:lnTo>
                  <a:lnTo>
                    <a:pt x="1492227" y="511335"/>
                  </a:lnTo>
                  <a:lnTo>
                    <a:pt x="1497071" y="550801"/>
                  </a:lnTo>
                  <a:lnTo>
                    <a:pt x="1498761" y="567947"/>
                  </a:lnTo>
                  <a:lnTo>
                    <a:pt x="1501280" y="574125"/>
                  </a:lnTo>
                  <a:lnTo>
                    <a:pt x="1512277" y="606798"/>
                  </a:lnTo>
                  <a:lnTo>
                    <a:pt x="1558350" y="751876"/>
                  </a:lnTo>
                  <a:lnTo>
                    <a:pt x="1685371" y="1161657"/>
                  </a:lnTo>
                  <a:lnTo>
                    <a:pt x="1710699" y="1241264"/>
                  </a:lnTo>
                  <a:lnTo>
                    <a:pt x="1734684" y="1314997"/>
                  </a:lnTo>
                  <a:lnTo>
                    <a:pt x="1757354" y="1383171"/>
                  </a:lnTo>
                  <a:lnTo>
                    <a:pt x="1778734" y="1446100"/>
                  </a:lnTo>
                  <a:lnTo>
                    <a:pt x="1817738" y="1557488"/>
                  </a:lnTo>
                  <a:lnTo>
                    <a:pt x="1867251" y="1693119"/>
                  </a:lnTo>
                  <a:lnTo>
                    <a:pt x="1917617" y="1828493"/>
                  </a:lnTo>
                  <a:lnTo>
                    <a:pt x="1936578" y="1882368"/>
                  </a:lnTo>
                  <a:lnTo>
                    <a:pt x="1944597" y="1906956"/>
                  </a:lnTo>
                  <a:lnTo>
                    <a:pt x="1951679" y="1930397"/>
                  </a:lnTo>
                  <a:lnTo>
                    <a:pt x="1969995" y="2022709"/>
                  </a:lnTo>
                  <a:lnTo>
                    <a:pt x="1971164" y="2091204"/>
                  </a:lnTo>
                  <a:lnTo>
                    <a:pt x="1964808" y="2133815"/>
                  </a:lnTo>
                  <a:lnTo>
                    <a:pt x="1938846" y="2165017"/>
                  </a:lnTo>
                  <a:lnTo>
                    <a:pt x="1875951" y="2197727"/>
                  </a:lnTo>
                  <a:lnTo>
                    <a:pt x="1835996" y="2213791"/>
                  </a:lnTo>
                  <a:lnTo>
                    <a:pt x="1791193" y="2229587"/>
                  </a:lnTo>
                  <a:lnTo>
                    <a:pt x="1742159" y="2245063"/>
                  </a:lnTo>
                  <a:lnTo>
                    <a:pt x="1689512" y="2260164"/>
                  </a:lnTo>
                  <a:lnTo>
                    <a:pt x="1633870" y="2274837"/>
                  </a:lnTo>
                  <a:lnTo>
                    <a:pt x="1575851" y="2289026"/>
                  </a:lnTo>
                  <a:lnTo>
                    <a:pt x="1516071" y="2302679"/>
                  </a:lnTo>
                  <a:lnTo>
                    <a:pt x="1455148" y="2315740"/>
                  </a:lnTo>
                  <a:lnTo>
                    <a:pt x="1393700" y="2328157"/>
                  </a:lnTo>
                  <a:lnTo>
                    <a:pt x="1325645" y="2341108"/>
                  </a:lnTo>
                  <a:lnTo>
                    <a:pt x="1258545" y="2353123"/>
                  </a:lnTo>
                  <a:lnTo>
                    <a:pt x="1193246" y="2364126"/>
                  </a:lnTo>
                  <a:lnTo>
                    <a:pt x="1130593" y="2374043"/>
                  </a:lnTo>
                  <a:lnTo>
                    <a:pt x="1071432" y="2382800"/>
                  </a:lnTo>
                  <a:lnTo>
                    <a:pt x="1016608" y="2390321"/>
                  </a:lnTo>
                  <a:lnTo>
                    <a:pt x="966966" y="2396532"/>
                  </a:lnTo>
                  <a:lnTo>
                    <a:pt x="923352" y="2401358"/>
                  </a:lnTo>
                  <a:lnTo>
                    <a:pt x="857590" y="2406557"/>
                  </a:lnTo>
                  <a:lnTo>
                    <a:pt x="837132" y="2406780"/>
                  </a:lnTo>
                  <a:lnTo>
                    <a:pt x="764785" y="2382639"/>
                  </a:lnTo>
                  <a:lnTo>
                    <a:pt x="718282" y="2333866"/>
                  </a:lnTo>
                  <a:lnTo>
                    <a:pt x="693443" y="2285927"/>
                  </a:lnTo>
                  <a:lnTo>
                    <a:pt x="686092" y="2264288"/>
                  </a:lnTo>
                  <a:lnTo>
                    <a:pt x="446324" y="1609844"/>
                  </a:lnTo>
                  <a:lnTo>
                    <a:pt x="439916" y="1712104"/>
                  </a:lnTo>
                  <a:lnTo>
                    <a:pt x="421824" y="1943761"/>
                  </a:lnTo>
                  <a:lnTo>
                    <a:pt x="393750" y="2192131"/>
                  </a:lnTo>
                  <a:lnTo>
                    <a:pt x="357395" y="2344528"/>
                  </a:lnTo>
                  <a:lnTo>
                    <a:pt x="329303" y="2376885"/>
                  </a:lnTo>
                  <a:lnTo>
                    <a:pt x="292421" y="2398664"/>
                  </a:lnTo>
                  <a:lnTo>
                    <a:pt x="249390" y="2411265"/>
                  </a:lnTo>
                  <a:lnTo>
                    <a:pt x="202853" y="2416087"/>
                  </a:lnTo>
                  <a:close/>
                </a:path>
              </a:pathLst>
            </a:custGeom>
            <a:solidFill>
              <a:srgbClr val="C6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386824" y="6039662"/>
              <a:ext cx="948055" cy="1929764"/>
            </a:xfrm>
            <a:custGeom>
              <a:avLst/>
              <a:gdLst/>
              <a:ahLst/>
              <a:cxnLst/>
              <a:rect l="l" t="t" r="r" b="b"/>
              <a:pathLst>
                <a:path w="948054" h="1929765">
                  <a:moveTo>
                    <a:pt x="25082" y="48806"/>
                  </a:moveTo>
                  <a:lnTo>
                    <a:pt x="19583" y="35852"/>
                  </a:lnTo>
                  <a:lnTo>
                    <a:pt x="13589" y="23368"/>
                  </a:lnTo>
                  <a:lnTo>
                    <a:pt x="7061" y="11404"/>
                  </a:lnTo>
                  <a:lnTo>
                    <a:pt x="0" y="0"/>
                  </a:lnTo>
                  <a:lnTo>
                    <a:pt x="25082" y="48806"/>
                  </a:lnTo>
                  <a:close/>
                </a:path>
                <a:path w="948054" h="1929765">
                  <a:moveTo>
                    <a:pt x="947801" y="1850745"/>
                  </a:moveTo>
                  <a:lnTo>
                    <a:pt x="25082" y="48806"/>
                  </a:lnTo>
                  <a:lnTo>
                    <a:pt x="48183" y="129590"/>
                  </a:lnTo>
                  <a:lnTo>
                    <a:pt x="59067" y="206921"/>
                  </a:lnTo>
                  <a:lnTo>
                    <a:pt x="62280" y="264960"/>
                  </a:lnTo>
                  <a:lnTo>
                    <a:pt x="62344" y="287820"/>
                  </a:lnTo>
                  <a:lnTo>
                    <a:pt x="0" y="1132598"/>
                  </a:lnTo>
                  <a:lnTo>
                    <a:pt x="239763" y="1786978"/>
                  </a:lnTo>
                  <a:lnTo>
                    <a:pt x="247129" y="1808619"/>
                  </a:lnTo>
                  <a:lnTo>
                    <a:pt x="271995" y="1856574"/>
                  </a:lnTo>
                  <a:lnTo>
                    <a:pt x="318503" y="1905355"/>
                  </a:lnTo>
                  <a:lnTo>
                    <a:pt x="390817" y="1929498"/>
                  </a:lnTo>
                  <a:lnTo>
                    <a:pt x="411276" y="1929269"/>
                  </a:lnTo>
                  <a:lnTo>
                    <a:pt x="477050" y="1924088"/>
                  </a:lnTo>
                  <a:lnTo>
                    <a:pt x="520661" y="1919274"/>
                  </a:lnTo>
                  <a:lnTo>
                    <a:pt x="570306" y="1913077"/>
                  </a:lnTo>
                  <a:lnTo>
                    <a:pt x="625144" y="1905571"/>
                  </a:lnTo>
                  <a:lnTo>
                    <a:pt x="684301" y="1896821"/>
                  </a:lnTo>
                  <a:lnTo>
                    <a:pt x="746963" y="1886915"/>
                  </a:lnTo>
                  <a:lnTo>
                    <a:pt x="812266" y="1875917"/>
                  </a:lnTo>
                  <a:lnTo>
                    <a:pt x="879373" y="1863890"/>
                  </a:lnTo>
                  <a:lnTo>
                    <a:pt x="947801" y="1850745"/>
                  </a:lnTo>
                  <a:close/>
                </a:path>
              </a:pathLst>
            </a:custGeom>
            <a:solidFill>
              <a:srgbClr val="2B2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79463" y="5562397"/>
              <a:ext cx="616585" cy="417830"/>
            </a:xfrm>
            <a:custGeom>
              <a:avLst/>
              <a:gdLst/>
              <a:ahLst/>
              <a:cxnLst/>
              <a:rect l="l" t="t" r="r" b="b"/>
              <a:pathLst>
                <a:path w="616584" h="417829">
                  <a:moveTo>
                    <a:pt x="220812" y="417372"/>
                  </a:moveTo>
                  <a:lnTo>
                    <a:pt x="177720" y="406256"/>
                  </a:lnTo>
                  <a:lnTo>
                    <a:pt x="140274" y="383349"/>
                  </a:lnTo>
                  <a:lnTo>
                    <a:pt x="108108" y="351040"/>
                  </a:lnTo>
                  <a:lnTo>
                    <a:pt x="80857" y="311714"/>
                  </a:lnTo>
                  <a:lnTo>
                    <a:pt x="58152" y="267758"/>
                  </a:lnTo>
                  <a:lnTo>
                    <a:pt x="39627" y="221558"/>
                  </a:lnTo>
                  <a:lnTo>
                    <a:pt x="24916" y="175502"/>
                  </a:lnTo>
                  <a:lnTo>
                    <a:pt x="13652" y="131975"/>
                  </a:lnTo>
                  <a:lnTo>
                    <a:pt x="5469" y="93365"/>
                  </a:lnTo>
                  <a:lnTo>
                    <a:pt x="0" y="62057"/>
                  </a:lnTo>
                  <a:lnTo>
                    <a:pt x="80649" y="31683"/>
                  </a:lnTo>
                  <a:lnTo>
                    <a:pt x="142468" y="16884"/>
                  </a:lnTo>
                  <a:lnTo>
                    <a:pt x="182056" y="12091"/>
                  </a:lnTo>
                  <a:lnTo>
                    <a:pt x="196007" y="11731"/>
                  </a:lnTo>
                  <a:lnTo>
                    <a:pt x="244359" y="3662"/>
                  </a:lnTo>
                  <a:lnTo>
                    <a:pt x="293719" y="0"/>
                  </a:lnTo>
                  <a:lnTo>
                    <a:pt x="343665" y="371"/>
                  </a:lnTo>
                  <a:lnTo>
                    <a:pt x="393773" y="4404"/>
                  </a:lnTo>
                  <a:lnTo>
                    <a:pt x="443620" y="11730"/>
                  </a:lnTo>
                  <a:lnTo>
                    <a:pt x="492783" y="21976"/>
                  </a:lnTo>
                  <a:lnTo>
                    <a:pt x="540838" y="34771"/>
                  </a:lnTo>
                  <a:lnTo>
                    <a:pt x="576641" y="79379"/>
                  </a:lnTo>
                  <a:lnTo>
                    <a:pt x="600317" y="125263"/>
                  </a:lnTo>
                  <a:lnTo>
                    <a:pt x="613047" y="170185"/>
                  </a:lnTo>
                  <a:lnTo>
                    <a:pt x="616013" y="211908"/>
                  </a:lnTo>
                  <a:lnTo>
                    <a:pt x="610396" y="248193"/>
                  </a:lnTo>
                  <a:lnTo>
                    <a:pt x="597379" y="276802"/>
                  </a:lnTo>
                  <a:lnTo>
                    <a:pt x="578144" y="295498"/>
                  </a:lnTo>
                  <a:lnTo>
                    <a:pt x="549223" y="298657"/>
                  </a:lnTo>
                  <a:lnTo>
                    <a:pt x="515631" y="282099"/>
                  </a:lnTo>
                  <a:lnTo>
                    <a:pt x="480291" y="252246"/>
                  </a:lnTo>
                  <a:lnTo>
                    <a:pt x="446127" y="215521"/>
                  </a:lnTo>
                  <a:lnTo>
                    <a:pt x="416064" y="178346"/>
                  </a:lnTo>
                  <a:lnTo>
                    <a:pt x="393025" y="147146"/>
                  </a:lnTo>
                  <a:lnTo>
                    <a:pt x="388210" y="143521"/>
                  </a:lnTo>
                  <a:lnTo>
                    <a:pt x="382639" y="143306"/>
                  </a:lnTo>
                  <a:lnTo>
                    <a:pt x="377825" y="146123"/>
                  </a:lnTo>
                  <a:lnTo>
                    <a:pt x="375279" y="151593"/>
                  </a:lnTo>
                  <a:lnTo>
                    <a:pt x="361752" y="225735"/>
                  </a:lnTo>
                  <a:lnTo>
                    <a:pt x="343821" y="285557"/>
                  </a:lnTo>
                  <a:lnTo>
                    <a:pt x="323518" y="332360"/>
                  </a:lnTo>
                  <a:lnTo>
                    <a:pt x="302877" y="367444"/>
                  </a:lnTo>
                  <a:lnTo>
                    <a:pt x="270806" y="403985"/>
                  </a:lnTo>
                  <a:lnTo>
                    <a:pt x="238586" y="416978"/>
                  </a:lnTo>
                  <a:lnTo>
                    <a:pt x="220812" y="417372"/>
                  </a:lnTo>
                  <a:close/>
                </a:path>
              </a:pathLst>
            </a:custGeom>
            <a:solidFill>
              <a:srgbClr val="A7D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10640" y="4956912"/>
              <a:ext cx="653415" cy="747395"/>
            </a:xfrm>
            <a:custGeom>
              <a:avLst/>
              <a:gdLst/>
              <a:ahLst/>
              <a:cxnLst/>
              <a:rect l="l" t="t" r="r" b="b"/>
              <a:pathLst>
                <a:path w="653415" h="747395">
                  <a:moveTo>
                    <a:pt x="399594" y="747039"/>
                  </a:moveTo>
                  <a:lnTo>
                    <a:pt x="343036" y="740535"/>
                  </a:lnTo>
                  <a:lnTo>
                    <a:pt x="287306" y="726440"/>
                  </a:lnTo>
                  <a:lnTo>
                    <a:pt x="237790" y="705584"/>
                  </a:lnTo>
                  <a:lnTo>
                    <a:pt x="199871" y="678798"/>
                  </a:lnTo>
                  <a:lnTo>
                    <a:pt x="178934" y="646911"/>
                  </a:lnTo>
                  <a:lnTo>
                    <a:pt x="179766" y="627162"/>
                  </a:lnTo>
                  <a:lnTo>
                    <a:pt x="179200" y="580191"/>
                  </a:lnTo>
                  <a:lnTo>
                    <a:pt x="172643" y="524414"/>
                  </a:lnTo>
                  <a:lnTo>
                    <a:pt x="155502" y="478244"/>
                  </a:lnTo>
                  <a:lnTo>
                    <a:pt x="133901" y="478411"/>
                  </a:lnTo>
                  <a:lnTo>
                    <a:pt x="84940" y="468370"/>
                  </a:lnTo>
                  <a:lnTo>
                    <a:pt x="32385" y="432308"/>
                  </a:lnTo>
                  <a:lnTo>
                    <a:pt x="0" y="354413"/>
                  </a:lnTo>
                  <a:lnTo>
                    <a:pt x="8221" y="282523"/>
                  </a:lnTo>
                  <a:lnTo>
                    <a:pt x="44999" y="259671"/>
                  </a:lnTo>
                  <a:lnTo>
                    <a:pt x="85373" y="262840"/>
                  </a:lnTo>
                  <a:lnTo>
                    <a:pt x="104378" y="269012"/>
                  </a:lnTo>
                  <a:lnTo>
                    <a:pt x="121253" y="267578"/>
                  </a:lnTo>
                  <a:lnTo>
                    <a:pt x="157898" y="259138"/>
                  </a:lnTo>
                  <a:lnTo>
                    <a:pt x="193346" y="237487"/>
                  </a:lnTo>
                  <a:lnTo>
                    <a:pt x="206626" y="196421"/>
                  </a:lnTo>
                  <a:lnTo>
                    <a:pt x="203265" y="149051"/>
                  </a:lnTo>
                  <a:lnTo>
                    <a:pt x="205295" y="113689"/>
                  </a:lnTo>
                  <a:lnTo>
                    <a:pt x="216512" y="91939"/>
                  </a:lnTo>
                  <a:lnTo>
                    <a:pt x="240709" y="85400"/>
                  </a:lnTo>
                  <a:lnTo>
                    <a:pt x="274911" y="87211"/>
                  </a:lnTo>
                  <a:lnTo>
                    <a:pt x="321076" y="87074"/>
                  </a:lnTo>
                  <a:lnTo>
                    <a:pt x="371229" y="80481"/>
                  </a:lnTo>
                  <a:lnTo>
                    <a:pt x="417394" y="62923"/>
                  </a:lnTo>
                  <a:lnTo>
                    <a:pt x="451596" y="29890"/>
                  </a:lnTo>
                  <a:lnTo>
                    <a:pt x="472770" y="7363"/>
                  </a:lnTo>
                  <a:lnTo>
                    <a:pt x="494594" y="4111"/>
                  </a:lnTo>
                  <a:lnTo>
                    <a:pt x="545639" y="18661"/>
                  </a:lnTo>
                  <a:lnTo>
                    <a:pt x="577582" y="18078"/>
                  </a:lnTo>
                  <a:lnTo>
                    <a:pt x="615619" y="0"/>
                  </a:lnTo>
                  <a:lnTo>
                    <a:pt x="632660" y="82898"/>
                  </a:lnTo>
                  <a:lnTo>
                    <a:pt x="652897" y="267678"/>
                  </a:lnTo>
                  <a:lnTo>
                    <a:pt x="629998" y="458462"/>
                  </a:lnTo>
                  <a:lnTo>
                    <a:pt x="517631" y="559375"/>
                  </a:lnTo>
                  <a:lnTo>
                    <a:pt x="517265" y="567548"/>
                  </a:lnTo>
                  <a:lnTo>
                    <a:pt x="517897" y="586329"/>
                  </a:lnTo>
                  <a:lnTo>
                    <a:pt x="522124" y="607112"/>
                  </a:lnTo>
                  <a:lnTo>
                    <a:pt x="532542" y="621290"/>
                  </a:lnTo>
                  <a:lnTo>
                    <a:pt x="533374" y="638837"/>
                  </a:lnTo>
                  <a:lnTo>
                    <a:pt x="528016" y="678402"/>
                  </a:lnTo>
                  <a:lnTo>
                    <a:pt x="504684" y="720369"/>
                  </a:lnTo>
                  <a:lnTo>
                    <a:pt x="451596" y="745122"/>
                  </a:lnTo>
                  <a:lnTo>
                    <a:pt x="399594" y="747039"/>
                  </a:lnTo>
                  <a:close/>
                </a:path>
              </a:pathLst>
            </a:custGeom>
            <a:solidFill>
              <a:srgbClr val="E786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5210273" y="768323"/>
            <a:ext cx="1304290" cy="1261110"/>
          </a:xfrm>
          <a:custGeom>
            <a:avLst/>
            <a:gdLst/>
            <a:ahLst/>
            <a:cxnLst/>
            <a:rect l="l" t="t" r="r" b="b"/>
            <a:pathLst>
              <a:path w="1304290" h="1261110">
                <a:moveTo>
                  <a:pt x="651953" y="1261014"/>
                </a:moveTo>
                <a:lnTo>
                  <a:pt x="603297" y="1259285"/>
                </a:lnTo>
                <a:lnTo>
                  <a:pt x="555612" y="1254178"/>
                </a:lnTo>
                <a:lnTo>
                  <a:pt x="509024" y="1245815"/>
                </a:lnTo>
                <a:lnTo>
                  <a:pt x="463660" y="1234319"/>
                </a:lnTo>
                <a:lnTo>
                  <a:pt x="419645" y="1219811"/>
                </a:lnTo>
                <a:lnTo>
                  <a:pt x="377106" y="1202413"/>
                </a:lnTo>
                <a:lnTo>
                  <a:pt x="336168" y="1182247"/>
                </a:lnTo>
                <a:lnTo>
                  <a:pt x="296957" y="1159436"/>
                </a:lnTo>
                <a:lnTo>
                  <a:pt x="259601" y="1134100"/>
                </a:lnTo>
                <a:lnTo>
                  <a:pt x="224224" y="1106361"/>
                </a:lnTo>
                <a:lnTo>
                  <a:pt x="190952" y="1076343"/>
                </a:lnTo>
                <a:lnTo>
                  <a:pt x="159913" y="1044166"/>
                </a:lnTo>
                <a:lnTo>
                  <a:pt x="131231" y="1009953"/>
                </a:lnTo>
                <a:lnTo>
                  <a:pt x="105033" y="973825"/>
                </a:lnTo>
                <a:lnTo>
                  <a:pt x="81445" y="935904"/>
                </a:lnTo>
                <a:lnTo>
                  <a:pt x="60594" y="896313"/>
                </a:lnTo>
                <a:lnTo>
                  <a:pt x="42604" y="855173"/>
                </a:lnTo>
                <a:lnTo>
                  <a:pt x="27603" y="812606"/>
                </a:lnTo>
                <a:lnTo>
                  <a:pt x="15715" y="768734"/>
                </a:lnTo>
                <a:lnTo>
                  <a:pt x="7068" y="723679"/>
                </a:lnTo>
                <a:lnTo>
                  <a:pt x="1788" y="677562"/>
                </a:lnTo>
                <a:lnTo>
                  <a:pt x="0" y="630507"/>
                </a:lnTo>
                <a:lnTo>
                  <a:pt x="1788" y="583451"/>
                </a:lnTo>
                <a:lnTo>
                  <a:pt x="7068" y="537335"/>
                </a:lnTo>
                <a:lnTo>
                  <a:pt x="15715" y="492280"/>
                </a:lnTo>
                <a:lnTo>
                  <a:pt x="27603" y="448408"/>
                </a:lnTo>
                <a:lnTo>
                  <a:pt x="42604" y="405841"/>
                </a:lnTo>
                <a:lnTo>
                  <a:pt x="60594" y="364701"/>
                </a:lnTo>
                <a:lnTo>
                  <a:pt x="81445" y="325110"/>
                </a:lnTo>
                <a:lnTo>
                  <a:pt x="105033" y="287189"/>
                </a:lnTo>
                <a:lnTo>
                  <a:pt x="131231" y="251061"/>
                </a:lnTo>
                <a:lnTo>
                  <a:pt x="159913" y="216848"/>
                </a:lnTo>
                <a:lnTo>
                  <a:pt x="190952" y="184671"/>
                </a:lnTo>
                <a:lnTo>
                  <a:pt x="224224" y="154652"/>
                </a:lnTo>
                <a:lnTo>
                  <a:pt x="259601" y="126914"/>
                </a:lnTo>
                <a:lnTo>
                  <a:pt x="296957" y="101578"/>
                </a:lnTo>
                <a:lnTo>
                  <a:pt x="336168" y="78766"/>
                </a:lnTo>
                <a:lnTo>
                  <a:pt x="377106" y="58600"/>
                </a:lnTo>
                <a:lnTo>
                  <a:pt x="419645" y="41203"/>
                </a:lnTo>
                <a:lnTo>
                  <a:pt x="463660" y="26695"/>
                </a:lnTo>
                <a:lnTo>
                  <a:pt x="509024" y="15198"/>
                </a:lnTo>
                <a:lnTo>
                  <a:pt x="555612" y="6836"/>
                </a:lnTo>
                <a:lnTo>
                  <a:pt x="603297" y="1729"/>
                </a:lnTo>
                <a:lnTo>
                  <a:pt x="651953" y="0"/>
                </a:lnTo>
                <a:lnTo>
                  <a:pt x="700609" y="1729"/>
                </a:lnTo>
                <a:lnTo>
                  <a:pt x="748294" y="6836"/>
                </a:lnTo>
                <a:lnTo>
                  <a:pt x="794881" y="15198"/>
                </a:lnTo>
                <a:lnTo>
                  <a:pt x="840245" y="26695"/>
                </a:lnTo>
                <a:lnTo>
                  <a:pt x="884260" y="41203"/>
                </a:lnTo>
                <a:lnTo>
                  <a:pt x="926800" y="58600"/>
                </a:lnTo>
                <a:lnTo>
                  <a:pt x="967738" y="78766"/>
                </a:lnTo>
                <a:lnTo>
                  <a:pt x="1006948" y="101578"/>
                </a:lnTo>
                <a:lnTo>
                  <a:pt x="1044305" y="126914"/>
                </a:lnTo>
                <a:lnTo>
                  <a:pt x="1079682" y="154652"/>
                </a:lnTo>
                <a:lnTo>
                  <a:pt x="1112953" y="184671"/>
                </a:lnTo>
                <a:lnTo>
                  <a:pt x="1143993" y="216848"/>
                </a:lnTo>
                <a:lnTo>
                  <a:pt x="1172674" y="251061"/>
                </a:lnTo>
                <a:lnTo>
                  <a:pt x="1198872" y="287189"/>
                </a:lnTo>
                <a:lnTo>
                  <a:pt x="1222460" y="325110"/>
                </a:lnTo>
                <a:lnTo>
                  <a:pt x="1243312" y="364701"/>
                </a:lnTo>
                <a:lnTo>
                  <a:pt x="1261301" y="405841"/>
                </a:lnTo>
                <a:lnTo>
                  <a:pt x="1276303" y="448408"/>
                </a:lnTo>
                <a:lnTo>
                  <a:pt x="1288190" y="492280"/>
                </a:lnTo>
                <a:lnTo>
                  <a:pt x="1296837" y="537335"/>
                </a:lnTo>
                <a:lnTo>
                  <a:pt x="1302118" y="583451"/>
                </a:lnTo>
                <a:lnTo>
                  <a:pt x="1303906" y="630507"/>
                </a:lnTo>
                <a:lnTo>
                  <a:pt x="1302118" y="677562"/>
                </a:lnTo>
                <a:lnTo>
                  <a:pt x="1296837" y="723679"/>
                </a:lnTo>
                <a:lnTo>
                  <a:pt x="1288190" y="768734"/>
                </a:lnTo>
                <a:lnTo>
                  <a:pt x="1276303" y="812606"/>
                </a:lnTo>
                <a:lnTo>
                  <a:pt x="1261301" y="855173"/>
                </a:lnTo>
                <a:lnTo>
                  <a:pt x="1243312" y="896313"/>
                </a:lnTo>
                <a:lnTo>
                  <a:pt x="1222460" y="935904"/>
                </a:lnTo>
                <a:lnTo>
                  <a:pt x="1198872" y="973825"/>
                </a:lnTo>
                <a:lnTo>
                  <a:pt x="1172674" y="1009953"/>
                </a:lnTo>
                <a:lnTo>
                  <a:pt x="1143993" y="1044166"/>
                </a:lnTo>
                <a:lnTo>
                  <a:pt x="1112953" y="1076343"/>
                </a:lnTo>
                <a:lnTo>
                  <a:pt x="1079682" y="1106361"/>
                </a:lnTo>
                <a:lnTo>
                  <a:pt x="1044305" y="1134100"/>
                </a:lnTo>
                <a:lnTo>
                  <a:pt x="1006948" y="1159436"/>
                </a:lnTo>
                <a:lnTo>
                  <a:pt x="967738" y="1182247"/>
                </a:lnTo>
                <a:lnTo>
                  <a:pt x="926800" y="1202413"/>
                </a:lnTo>
                <a:lnTo>
                  <a:pt x="884260" y="1219811"/>
                </a:lnTo>
                <a:lnTo>
                  <a:pt x="840245" y="1234319"/>
                </a:lnTo>
                <a:lnTo>
                  <a:pt x="794881" y="1245815"/>
                </a:lnTo>
                <a:lnTo>
                  <a:pt x="748294" y="1254178"/>
                </a:lnTo>
                <a:lnTo>
                  <a:pt x="700609" y="1259285"/>
                </a:lnTo>
                <a:lnTo>
                  <a:pt x="651953" y="1261014"/>
                </a:lnTo>
                <a:close/>
              </a:path>
            </a:pathLst>
          </a:custGeom>
          <a:solidFill>
            <a:srgbClr val="FFFFFF">
              <a:alpha val="3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211</TotalTime>
  <Words>1662</Words>
  <Application>Microsoft Office PowerPoint</Application>
  <PresentationFormat>Custom</PresentationFormat>
  <Paragraphs>243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Tahoma</vt:lpstr>
      <vt:lpstr>Times New Roman</vt:lpstr>
      <vt:lpstr>Wingdings</vt:lpstr>
      <vt:lpstr>Office 2013 - 2022 Theme</vt:lpstr>
      <vt:lpstr>PowerPoint Presentation</vt:lpstr>
      <vt:lpstr>Contents </vt:lpstr>
      <vt:lpstr>Introduction </vt:lpstr>
      <vt:lpstr>Literature Review</vt:lpstr>
      <vt:lpstr>PowerPoint Presentation</vt:lpstr>
      <vt:lpstr>  Gap Analysis</vt:lpstr>
      <vt:lpstr>Proposed System – Solution</vt:lpstr>
      <vt:lpstr>System Architecture  </vt:lpstr>
      <vt:lpstr>System Work-Flow</vt:lpstr>
      <vt:lpstr>Result Analysis</vt:lpstr>
      <vt:lpstr>Advantages And Disadvantages</vt:lpstr>
      <vt:lpstr>Conclusion</vt:lpstr>
      <vt:lpstr>References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Illustrative Creative Brainstorming Presentation</dc:title>
  <dc:creator>AVS Sparkle Siren</dc:creator>
  <cp:keywords>DAGzG3yG_7A,BAGYaHCzW3I,0</cp:keywords>
  <cp:lastModifiedBy>Prathmesh laxman Boge</cp:lastModifiedBy>
  <cp:revision>2</cp:revision>
  <dcterms:created xsi:type="dcterms:W3CDTF">2025-09-24T12:57:16Z</dcterms:created>
  <dcterms:modified xsi:type="dcterms:W3CDTF">2025-09-24T16:30:34Z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2025-09-20T00:00:00Z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2025-09-24T00:00:00Z</vt:filetime>
  </property>
  <property fmtid="{D5CDD505-2E9C-101B-9397-08002B2CF9AE}" pid="5" name="Producer">
    <vt:lpwstr>Canva</vt:lpwstr>
  </property>
</Properties>
</file>